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5"/>
  </p:notesMasterIdLst>
  <p:sldIdLst>
    <p:sldId id="272" r:id="rId2"/>
    <p:sldId id="306" r:id="rId3"/>
    <p:sldId id="309" r:id="rId4"/>
    <p:sldId id="310" r:id="rId5"/>
    <p:sldId id="311" r:id="rId6"/>
    <p:sldId id="312" r:id="rId7"/>
    <p:sldId id="313" r:id="rId8"/>
    <p:sldId id="315" r:id="rId9"/>
    <p:sldId id="314" r:id="rId10"/>
    <p:sldId id="316" r:id="rId11"/>
    <p:sldId id="317" r:id="rId12"/>
    <p:sldId id="300" r:id="rId13"/>
    <p:sldId id="308" r:id="rId14"/>
    <p:sldId id="296" r:id="rId15"/>
    <p:sldId id="291" r:id="rId16"/>
    <p:sldId id="303" r:id="rId17"/>
    <p:sldId id="292" r:id="rId18"/>
    <p:sldId id="304" r:id="rId19"/>
    <p:sldId id="293" r:id="rId20"/>
    <p:sldId id="305" r:id="rId21"/>
    <p:sldId id="299" r:id="rId22"/>
    <p:sldId id="301" r:id="rId23"/>
    <p:sldId id="298" r:id="rId2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emplate" id="{7FBC327F-71A7-4B66-915C-FC9C19CD6F81}">
          <p14:sldIdLst>
            <p14:sldId id="272"/>
          </p14:sldIdLst>
        </p14:section>
        <p14:section name="Signs" id="{621A98AE-A668-40A4-A9DD-D46166444965}">
          <p14:sldIdLst>
            <p14:sldId id="306"/>
            <p14:sldId id="309"/>
            <p14:sldId id="310"/>
            <p14:sldId id="311"/>
            <p14:sldId id="312"/>
            <p14:sldId id="313"/>
            <p14:sldId id="315"/>
            <p14:sldId id="314"/>
            <p14:sldId id="316"/>
            <p14:sldId id="317"/>
            <p14:sldId id="300"/>
            <p14:sldId id="308"/>
            <p14:sldId id="296"/>
            <p14:sldId id="291"/>
            <p14:sldId id="303"/>
            <p14:sldId id="292"/>
            <p14:sldId id="304"/>
            <p14:sldId id="293"/>
            <p14:sldId id="305"/>
          </p14:sldIdLst>
        </p14:section>
        <p14:section name="Custom Flags" id="{C88A8118-40D8-4550-BCA3-D27BAC4F71E9}">
          <p14:sldIdLst/>
        </p14:section>
        <p14:section name="Mission Locations" id="{F1674BF1-C1A1-45C3-B84B-507A6D9C319A}">
          <p14:sldIdLst>
            <p14:sldId id="299"/>
            <p14:sldId id="301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 Eagle" initials="CE" lastIdx="1" clrIdx="0">
    <p:extLst>
      <p:ext uri="{19B8F6BF-5375-455C-9EA6-DF929625EA0E}">
        <p15:presenceInfo xmlns:p15="http://schemas.microsoft.com/office/powerpoint/2012/main" userId="e272f916ae517d2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47D"/>
    <a:srgbClr val="862544"/>
    <a:srgbClr val="CE1126"/>
    <a:srgbClr val="CCFFFF"/>
    <a:srgbClr val="A5A7A1"/>
    <a:srgbClr val="AFA18B"/>
    <a:srgbClr val="9A896D"/>
    <a:srgbClr val="FFAB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03EE9D-F1F6-4B1F-B436-7ED4D5EC1324}">
  <a:tblStyle styleId="{6E03EE9D-F1F6-4B1F-B436-7ED4D5EC132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39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7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3323122" y="357485"/>
              <a:ext cx="2497800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BLANK</a:t>
              </a:r>
              <a:endParaRPr lang="en-US" sz="5400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1324156" y="3977748"/>
              <a:ext cx="6495689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b="1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B Coy / 2</a:t>
              </a:r>
              <a:r>
                <a:rPr lang="en-US" sz="4000" b="1" spc="300" baseline="30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nd</a:t>
              </a:r>
              <a:r>
                <a:rPr lang="en-US" sz="4000" b="1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 Bn / 2 PARA</a:t>
              </a:r>
              <a:endParaRPr lang="en-US" sz="4000" b="1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64567" y="1379604"/>
            <a:ext cx="3814865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080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83193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8625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1915690" y="357485"/>
              <a:ext cx="5312673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b="1" spc="300" dirty="0">
                  <a:ln w="0">
                    <a:solidFill>
                      <a:schemeClr val="bg2"/>
                    </a:solidFill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pture it" panose="02000500000000000000" pitchFamily="2" charset="0"/>
                </a:rPr>
                <a:t>BATTALION HQ</a:t>
              </a:r>
              <a:endParaRPr lang="en-US" sz="5400" b="1" cap="none" spc="300" dirty="0">
                <a:ln w="0">
                  <a:solidFill>
                    <a:schemeClr val="bg2"/>
                  </a:solidFill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2369316" y="3977748"/>
              <a:ext cx="4405372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2</a:t>
              </a:r>
              <a:r>
                <a:rPr lang="en-US" sz="4000" spc="300" baseline="30000" dirty="0">
                  <a:ln w="0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nd</a:t>
              </a:r>
              <a:r>
                <a:rPr lang="en-US" sz="4000" spc="300" dirty="0">
                  <a:ln w="0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 Bn / 2 PARA</a:t>
              </a:r>
              <a:endParaRPr lang="en-US" sz="4000" cap="none" spc="300" dirty="0">
                <a:ln w="0">
                  <a:solidFill>
                    <a:schemeClr val="tx1">
                      <a:lumMod val="65000"/>
                      <a:lumOff val="35000"/>
                    </a:schemeClr>
                  </a:solidFill>
                </a:ln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64567" y="1379604"/>
            <a:ext cx="3814865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380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2139312" y="357485"/>
              <a:ext cx="4865434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300" dirty="0">
                  <a:ln w="0"/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pture it" panose="02000500000000000000" pitchFamily="2" charset="0"/>
                </a:rPr>
                <a:t>COMPANY HQ</a:t>
              </a:r>
              <a:endParaRPr lang="en-US" sz="5400" cap="none" spc="300" dirty="0">
                <a:ln w="0"/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1324158" y="3977748"/>
              <a:ext cx="6495689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B Coy / 2</a:t>
              </a:r>
              <a:r>
                <a:rPr lang="en-US" sz="4000" spc="300" baseline="300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nd</a:t>
              </a:r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 Bn / 2 PARA</a:t>
              </a:r>
              <a:endParaRPr lang="en-US" sz="4000" cap="none" spc="300" dirty="0">
                <a:ln w="0"/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64567" y="1379604"/>
            <a:ext cx="3814865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460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595625" y="357485"/>
              <a:ext cx="7952819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300" dirty="0">
                  <a:ln w="0"/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pture it" panose="02000500000000000000" pitchFamily="2" charset="0"/>
                </a:rPr>
                <a:t>1 PLATOON BARRACKS</a:t>
              </a:r>
              <a:endParaRPr lang="en-US" sz="5400" cap="none" spc="300" dirty="0">
                <a:ln w="0"/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1324158" y="3977748"/>
              <a:ext cx="6495689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B Coy / 2</a:t>
              </a:r>
              <a:r>
                <a:rPr lang="en-US" sz="4000" spc="300" baseline="300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nd</a:t>
              </a:r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 Bn / 2 PARA</a:t>
              </a:r>
              <a:endParaRPr lang="en-US" sz="4000" cap="none" spc="300" dirty="0">
                <a:ln w="0"/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64567" y="1379604"/>
            <a:ext cx="3814865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6909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595625" y="357485"/>
              <a:ext cx="7952819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300" dirty="0">
                  <a:ln w="0"/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pture it" panose="02000500000000000000" pitchFamily="2" charset="0"/>
                </a:rPr>
                <a:t>2 PLATOON BARRACKS</a:t>
              </a:r>
              <a:endParaRPr lang="en-US" sz="5400" cap="none" spc="300" dirty="0">
                <a:ln w="0"/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1324158" y="3977748"/>
              <a:ext cx="6495689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B Coy / 2</a:t>
              </a:r>
              <a:r>
                <a:rPr lang="en-US" sz="4000" spc="300" baseline="300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nd</a:t>
              </a:r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 Bn / 2 PARA</a:t>
              </a:r>
              <a:endParaRPr lang="en-US" sz="4000" cap="none" spc="300" dirty="0">
                <a:ln w="0"/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64567" y="1379604"/>
            <a:ext cx="3814865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290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949890" y="357485"/>
              <a:ext cx="7244291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300" dirty="0">
                  <a:ln w="0"/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pture it" panose="02000500000000000000" pitchFamily="2" charset="0"/>
                </a:rPr>
                <a:t>A TROOP BARRACKS</a:t>
              </a:r>
              <a:endParaRPr lang="en-US" sz="5400" cap="none" spc="300" dirty="0">
                <a:ln w="0"/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1441981" y="3977748"/>
              <a:ext cx="6260048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D SQN / HCR / 2 PARA</a:t>
              </a:r>
              <a:endParaRPr lang="en-US" sz="4000" cap="none" spc="300" dirty="0">
                <a:ln w="0"/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379854" y="1379604"/>
            <a:ext cx="2384291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627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2700371" y="357485"/>
              <a:ext cx="3743333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300" dirty="0">
                  <a:ln w="0"/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pture it" panose="02000500000000000000" pitchFamily="2" charset="0"/>
                </a:rPr>
                <a:t>J3 LOUNGE</a:t>
              </a:r>
              <a:endParaRPr lang="en-US" sz="5400" cap="none" spc="300" dirty="0">
                <a:ln w="0"/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2638620" y="3977748"/>
              <a:ext cx="3866764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1 ISR/ 2 PARA</a:t>
              </a:r>
              <a:endParaRPr lang="en-US" sz="4000" cap="none" spc="300" dirty="0">
                <a:ln w="0"/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8242212A-182C-4200-9F0C-4ABE28F42C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667" b="94667" l="4147" r="96083">
                        <a14:foregroundMark x1="46774" y1="8000" x2="46774" y2="8000"/>
                        <a14:foregroundMark x1="7143" y1="43333" x2="7143" y2="43333"/>
                        <a14:foregroundMark x1="51613" y1="92444" x2="51613" y2="92444"/>
                        <a14:foregroundMark x1="58525" y1="94667" x2="58525" y2="94667"/>
                        <a14:foregroundMark x1="93548" y1="49111" x2="93548" y2="49111"/>
                        <a14:foregroundMark x1="96083" y1="49778" x2="96083" y2="49778"/>
                        <a14:foregroundMark x1="49770" y1="4667" x2="49770" y2="4667"/>
                        <a14:foregroundMark x1="4147" y1="55556" x2="4147" y2="55556"/>
                      </a14:backgroundRemoval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22242" y="1379604"/>
            <a:ext cx="2299516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40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1482891" y="357485"/>
              <a:ext cx="6178294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300" dirty="0">
                  <a:ln w="0"/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pture it" panose="02000500000000000000" pitchFamily="2" charset="0"/>
                </a:rPr>
                <a:t>MEDICAL CENTRE</a:t>
              </a:r>
              <a:endParaRPr lang="en-US" sz="5400" cap="none" spc="300" dirty="0">
                <a:ln w="0"/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2044708" y="3977748"/>
              <a:ext cx="5054590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16 CSMR / 2 PARA</a:t>
              </a:r>
              <a:endParaRPr lang="en-US" sz="4000" cap="none" spc="300" dirty="0">
                <a:ln w="0"/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379854" y="1379604"/>
            <a:ext cx="2384291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884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2809373" y="357485"/>
              <a:ext cx="3525324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300" dirty="0">
                  <a:ln w="0"/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pture it" panose="02000500000000000000" pitchFamily="2" charset="0"/>
                </a:rPr>
                <a:t>ARMOURY</a:t>
              </a:r>
              <a:endParaRPr lang="en-US" sz="5400" cap="none" spc="300" dirty="0">
                <a:ln w="0"/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3497028" y="3977748"/>
              <a:ext cx="2149948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2 PARA</a:t>
              </a:r>
              <a:endParaRPr lang="en-US" sz="4000" cap="none" spc="300" dirty="0">
                <a:ln w="0"/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64567" y="1379604"/>
            <a:ext cx="3814865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221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1073326" y="357485"/>
              <a:ext cx="6997428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cap="none" spc="300" dirty="0">
                  <a:ln w="0"/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pture it" panose="02000500000000000000" pitchFamily="2" charset="0"/>
                </a:rPr>
                <a:t>VEHICLE SERVICING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3497028" y="3977748"/>
              <a:ext cx="2149948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2 PARA</a:t>
              </a:r>
              <a:endParaRPr lang="en-US" sz="4000" cap="none" spc="300" dirty="0">
                <a:ln w="0"/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64567" y="1379604"/>
            <a:ext cx="3814865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215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1073326" y="357485"/>
              <a:ext cx="6997428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cap="none" spc="300" dirty="0">
                  <a:ln w="0"/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pture it" panose="02000500000000000000" pitchFamily="2" charset="0"/>
                </a:rPr>
                <a:t>VEHICLE SERVICING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2322831" y="3977748"/>
              <a:ext cx="4498347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2</a:t>
              </a:r>
              <a:r>
                <a:rPr lang="en-US" sz="4000" spc="300" baseline="300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nd</a:t>
              </a:r>
              <a:r>
                <a:rPr lang="en-US" sz="4000" spc="300" dirty="0">
                  <a:ln w="0"/>
                  <a:solidFill>
                    <a:schemeClr val="tx1"/>
                  </a:solidFill>
                  <a:latin typeface="Segoe UI Semibold" panose="020B0702040204020203" pitchFamily="34" charset="0"/>
                  <a:cs typeface="Segoe UI Semibold" panose="020B0702040204020203" pitchFamily="34" charset="0"/>
                </a:rPr>
                <a:t> BN / 2 PARA</a:t>
              </a:r>
              <a:endParaRPr lang="en-US" sz="4000" cap="none" spc="300" dirty="0">
                <a:ln w="0"/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64567" y="1379604"/>
            <a:ext cx="3814865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661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1336204" y="357485"/>
              <a:ext cx="6471643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Vehicle Request</a:t>
              </a:r>
              <a:endParaRPr lang="en-US" sz="5400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2444655" y="3977748"/>
              <a:ext cx="4254691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b="1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2</a:t>
              </a:r>
              <a:r>
                <a:rPr lang="en-US" sz="4000" b="1" spc="300" baseline="30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nd</a:t>
              </a:r>
              <a:r>
                <a:rPr lang="en-US" sz="4000" b="1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 Bn / 2 PARA</a:t>
              </a:r>
              <a:endParaRPr lang="en-US" sz="4000" b="1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64567" y="1379604"/>
            <a:ext cx="3814865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207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1991034" y="357485"/>
              <a:ext cx="5161990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Air Servicing</a:t>
              </a:r>
              <a:endParaRPr lang="en-US" sz="5400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3180439" y="3977748"/>
              <a:ext cx="2783134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JHC / RAF</a:t>
              </a:r>
              <a:endParaRPr lang="en-US" sz="4000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687187" y="1280815"/>
            <a:ext cx="2386121" cy="23861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258A1B-5255-4BE7-A496-CD1B98ECE7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70694" y="1704235"/>
            <a:ext cx="1735030" cy="1735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522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1991030" y="357485"/>
              <a:ext cx="5161991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Air Servicing</a:t>
              </a:r>
              <a:endParaRPr lang="en-US" sz="5400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2444655" y="3977748"/>
              <a:ext cx="4254691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b="1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2</a:t>
              </a:r>
              <a:r>
                <a:rPr lang="en-US" sz="4000" b="1" spc="300" baseline="30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nd</a:t>
              </a:r>
              <a:r>
                <a:rPr lang="en-US" sz="4000" b="1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 Bn / 2 PARA</a:t>
              </a:r>
              <a:endParaRPr lang="en-US" sz="4000" b="1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64567" y="1379604"/>
            <a:ext cx="3814865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658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3238166" y="357485"/>
              <a:ext cx="2667718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Hotel</a:t>
              </a:r>
              <a:endParaRPr lang="en-US" sz="5400" cap="none" spc="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571552" y="3977748"/>
              <a:ext cx="8000909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Joint helicopter command</a:t>
              </a:r>
              <a:endParaRPr lang="en-US" sz="4000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178861" y="1178611"/>
            <a:ext cx="2786277" cy="278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622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3238166" y="357485"/>
              <a:ext cx="2667718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Hotel</a:t>
              </a:r>
              <a:endParaRPr lang="en-US" sz="5400" cap="none" spc="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2119249" y="3977748"/>
              <a:ext cx="4905510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Royal air force</a:t>
              </a:r>
              <a:endParaRPr lang="en-US" sz="4000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338279" y="1379604"/>
            <a:ext cx="1735030" cy="23842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258A1B-5255-4BE7-A496-CD1B98ECE7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70693" y="1379603"/>
            <a:ext cx="1735030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5242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1457229" y="357485"/>
              <a:ext cx="6229590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2 PARA Screen Saver</a:t>
              </a:r>
              <a:endParaRPr lang="en-US" sz="4000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3069031" y="3977748"/>
              <a:ext cx="3005951" cy="46166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cap="none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ON STANDBY </a:t>
              </a:r>
              <a:r>
                <a:rPr lang="en-US" sz="2400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. . .</a:t>
              </a:r>
              <a:endParaRPr lang="en-US" sz="2400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</p:grpSp>
      <p:pic>
        <p:nvPicPr>
          <p:cNvPr id="10" name="Picture 9" descr="A picture containing kitchenware, clipart&#10;&#10;Description automatically generated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897" b="93103" l="1903" r="96406">
                        <a14:foregroundMark x1="48626" y1="10000" x2="48626" y2="6897"/>
                        <a14:foregroundMark x1="35307" y1="44483" x2="35307" y2="44483"/>
                        <a14:foregroundMark x1="31924" y1="44483" x2="31924" y2="44483"/>
                        <a14:foregroundMark x1="12896" y1="46552" x2="12896" y2="46552"/>
                        <a14:foregroundMark x1="15645" y1="47931" x2="27696" y2="60345"/>
                        <a14:foregroundMark x1="34461" y1="63448" x2="41649" y2="68966"/>
                        <a14:foregroundMark x1="41649" y1="68966" x2="41649" y2="68966"/>
                        <a14:foregroundMark x1="42283" y1="72414" x2="44609" y2="74138"/>
                        <a14:foregroundMark x1="55180" y1="75172" x2="60042" y2="72414"/>
                        <a14:foregroundMark x1="58351" y1="71379" x2="81395" y2="48966"/>
                        <a14:foregroundMark x1="83510" y1="48276" x2="87738" y2="47241"/>
                        <a14:foregroundMark x1="92812" y1="46207" x2="92812" y2="46207"/>
                        <a14:foregroundMark x1="96617" y1="44138" x2="96617" y2="44138"/>
                        <a14:foregroundMark x1="69556" y1="44138" x2="69556" y2="44138"/>
                        <a14:foregroundMark x1="56871" y1="45172" x2="56871" y2="45172"/>
                        <a14:foregroundMark x1="5708" y1="46207" x2="5708" y2="46207"/>
                        <a14:foregroundMark x1="1903" y1="43793" x2="1903" y2="43793"/>
                        <a14:foregroundMark x1="49471" y1="93103" x2="49471" y2="93103"/>
                        <a14:foregroundMark x1="52431" y1="7241" x2="52431" y2="724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627570" y="1379604"/>
            <a:ext cx="3888860" cy="238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8000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1841949" y="357485"/>
              <a:ext cx="5460149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Atc Screen Saver</a:t>
              </a:r>
              <a:endParaRPr lang="en-US" sz="4000" cap="none" spc="3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3069031" y="3977748"/>
              <a:ext cx="3005951" cy="46166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cap="none" spc="300" dirty="0">
                  <a:ln w="0"/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pture it" panose="02000500000000000000" pitchFamily="2" charset="0"/>
                </a:rPr>
                <a:t>ON STANDBY </a:t>
              </a:r>
              <a:r>
                <a:rPr lang="en-US" sz="2400" spc="300" dirty="0">
                  <a:ln w="0"/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pture it" panose="02000500000000000000" pitchFamily="2" charset="0"/>
                </a:rPr>
                <a:t>. . .</a:t>
              </a:r>
              <a:endParaRPr lang="en-US" sz="2400" cap="none" spc="300" dirty="0">
                <a:ln w="0"/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pture it" panose="02000500000000000000" pitchFamily="2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786562" y="1317843"/>
            <a:ext cx="5570876" cy="2446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5939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1695276" y="357485"/>
              <a:ext cx="5753498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ACRE FREQUENCIES</a:t>
              </a:r>
              <a:endParaRPr lang="en-US" sz="5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665014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solidFill>
              <a:srgbClr val="A5A7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1374678" y="357485"/>
              <a:ext cx="6394700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spc="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BRUNEVAL HALL</a:t>
              </a:r>
              <a:endParaRPr lang="en-US" sz="5400" cap="none" spc="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pture it" panose="02000500000000000000" pitchFamily="2" charset="0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E6F1A290-61FD-4F9F-82B8-44C00D3A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338279" y="1831470"/>
            <a:ext cx="1735030" cy="14805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9584C9-4134-401A-A547-C8E39B2A45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70693" y="1800835"/>
            <a:ext cx="1480558" cy="1480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196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83193"/>
            <a:ext cx="9144000" cy="4577113"/>
            <a:chOff x="0" y="283193"/>
            <a:chExt cx="9144000" cy="4577113"/>
          </a:xfrm>
          <a:solidFill>
            <a:schemeClr val="bg1"/>
          </a:soli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83193"/>
              <a:ext cx="9144000" cy="457711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1537436" y="357485"/>
              <a:ext cx="6069290" cy="923330"/>
            </a:xfrm>
            <a:prstGeom prst="rect">
              <a:avLst/>
            </a:prstGeom>
            <a:grp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cap="none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NATO BARRACKS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2513594" y="3977748"/>
              <a:ext cx="4116833" cy="707886"/>
            </a:xfrm>
            <a:prstGeom prst="rect">
              <a:avLst/>
            </a:prstGeom>
            <a:grp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cap="none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ISDAF AIRBASE</a:t>
              </a:r>
            </a:p>
          </p:txBody>
        </p:sp>
      </p:grpSp>
      <p:pic>
        <p:nvPicPr>
          <p:cNvPr id="3" name="Picture 2" descr="A picture containing logo&#10;&#10;Description automatically generated">
            <a:extLst>
              <a:ext uri="{FF2B5EF4-FFF2-40B4-BE49-F238E27FC236}">
                <a16:creationId xmlns:a16="http://schemas.microsoft.com/office/drawing/2014/main" id="{0A76103D-8179-48C4-B925-0F8F5D018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299" y="1780750"/>
            <a:ext cx="1606091" cy="158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8B63AD-4485-4059-9784-54577AE6DBA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678" t="13962" r="14155" b="12285"/>
          <a:stretch/>
        </p:blipFill>
        <p:spPr>
          <a:xfrm>
            <a:off x="4869612" y="1780751"/>
            <a:ext cx="1617954" cy="158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9807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  <a:solidFill>
            <a:schemeClr val="bg1"/>
          </a:soli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2246762" y="1243832"/>
              <a:ext cx="4650633" cy="923330"/>
            </a:xfrm>
            <a:prstGeom prst="rect">
              <a:avLst/>
            </a:prstGeom>
            <a:grp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IED EXAMPLES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2955210" y="2976339"/>
              <a:ext cx="3233579" cy="707886"/>
            </a:xfrm>
            <a:prstGeom prst="rect">
              <a:avLst/>
            </a:prstGeom>
            <a:grp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b="1" cap="none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ISAF / NATO</a:t>
              </a:r>
            </a:p>
          </p:txBody>
        </p:sp>
      </p:grpSp>
      <p:pic>
        <p:nvPicPr>
          <p:cNvPr id="3" name="Picture 2" descr="A picture containing logo&#10;&#10;Description automatically generated">
            <a:extLst>
              <a:ext uri="{FF2B5EF4-FFF2-40B4-BE49-F238E27FC236}">
                <a16:creationId xmlns:a16="http://schemas.microsoft.com/office/drawing/2014/main" id="{0A76103D-8179-48C4-B925-0F8F5D018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847" y="2116430"/>
            <a:ext cx="862301" cy="8493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8B63AD-4485-4059-9784-54577AE6DBA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678" t="13962" r="14155" b="12285"/>
          <a:stretch/>
        </p:blipFill>
        <p:spPr>
          <a:xfrm>
            <a:off x="6353854" y="2167162"/>
            <a:ext cx="868671" cy="849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0696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FFE0F19-E00C-4848-A6D1-397C956903E2}"/>
              </a:ext>
            </a:extLst>
          </p:cNvPr>
          <p:cNvGrpSpPr/>
          <p:nvPr/>
        </p:nvGrpSpPr>
        <p:grpSpPr>
          <a:xfrm>
            <a:off x="0" y="252558"/>
            <a:ext cx="9144000" cy="4577113"/>
            <a:chOff x="0" y="252558"/>
            <a:chExt cx="9144000" cy="4577113"/>
          </a:xfrm>
          <a:solidFill>
            <a:schemeClr val="bg1"/>
          </a:soli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006BC1-BABF-4B37-BC83-146E39302642}"/>
                </a:ext>
              </a:extLst>
            </p:cNvPr>
            <p:cNvSpPr/>
            <p:nvPr/>
          </p:nvSpPr>
          <p:spPr>
            <a:xfrm>
              <a:off x="0" y="252558"/>
              <a:ext cx="9144000" cy="457711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D1B05C-9CCE-4095-A6C9-4E122EAF326D}"/>
                </a:ext>
              </a:extLst>
            </p:cNvPr>
            <p:cNvSpPr/>
            <p:nvPr/>
          </p:nvSpPr>
          <p:spPr>
            <a:xfrm>
              <a:off x="2668317" y="357485"/>
              <a:ext cx="3807454" cy="923330"/>
            </a:xfrm>
            <a:prstGeom prst="rect">
              <a:avLst/>
            </a:prstGeom>
            <a:grp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540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Isdaf Airbase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F3F4C3C-C275-411A-BCE4-D87887C366FB}"/>
                </a:ext>
              </a:extLst>
            </p:cNvPr>
            <p:cNvSpPr/>
            <p:nvPr/>
          </p:nvSpPr>
          <p:spPr>
            <a:xfrm>
              <a:off x="3486614" y="3977748"/>
              <a:ext cx="2170787" cy="707886"/>
            </a:xfrm>
            <a:prstGeom prst="rect">
              <a:avLst/>
            </a:prstGeom>
            <a:grp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000" b="1" cap="none" spc="3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Capture it" panose="02000500000000000000" pitchFamily="2" charset="0"/>
                </a:rPr>
                <a:t>ISAF HQ</a:t>
              </a:r>
            </a:p>
          </p:txBody>
        </p:sp>
      </p:grpSp>
      <p:pic>
        <p:nvPicPr>
          <p:cNvPr id="3" name="Picture 2" descr="A picture containing logo&#10;&#10;Description automatically generated">
            <a:extLst>
              <a:ext uri="{FF2B5EF4-FFF2-40B4-BE49-F238E27FC236}">
                <a16:creationId xmlns:a16="http://schemas.microsoft.com/office/drawing/2014/main" id="{0A76103D-8179-48C4-B925-0F8F5D018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299" y="1780750"/>
            <a:ext cx="1606091" cy="158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8B63AD-4485-4059-9784-54577AE6DBA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678" t="13962" r="14155" b="12285"/>
          <a:stretch/>
        </p:blipFill>
        <p:spPr>
          <a:xfrm>
            <a:off x="4869612" y="1780751"/>
            <a:ext cx="1617954" cy="158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24292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14118</TotalTime>
  <Words>147</Words>
  <Application>Microsoft Office PowerPoint</Application>
  <PresentationFormat>On-screen Show (16:9)</PresentationFormat>
  <Paragraphs>44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Capture it</vt:lpstr>
      <vt:lpstr>Segoe UI Semibold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 Eagle</dc:creator>
  <cp:lastModifiedBy>C Eagle</cp:lastModifiedBy>
  <cp:revision>63</cp:revision>
  <dcterms:modified xsi:type="dcterms:W3CDTF">2021-03-18T15:59:10Z</dcterms:modified>
</cp:coreProperties>
</file>