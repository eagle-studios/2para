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72" r:id="rId2"/>
    <p:sldId id="306" r:id="rId3"/>
    <p:sldId id="284" r:id="rId4"/>
    <p:sldId id="287" r:id="rId5"/>
    <p:sldId id="297" r:id="rId6"/>
    <p:sldId id="307" r:id="rId7"/>
    <p:sldId id="302" r:id="rId8"/>
    <p:sldId id="288" r:id="rId9"/>
    <p:sldId id="289" r:id="rId10"/>
    <p:sldId id="290" r:id="rId11"/>
    <p:sldId id="300" r:id="rId12"/>
    <p:sldId id="296" r:id="rId13"/>
    <p:sldId id="291" r:id="rId14"/>
    <p:sldId id="303" r:id="rId15"/>
    <p:sldId id="292" r:id="rId16"/>
    <p:sldId id="304" r:id="rId17"/>
    <p:sldId id="293" r:id="rId18"/>
    <p:sldId id="305" r:id="rId19"/>
    <p:sldId id="299" r:id="rId20"/>
    <p:sldId id="301" r:id="rId21"/>
    <p:sldId id="298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emplate" id="{7FBC327F-71A7-4B66-915C-FC9C19CD6F81}">
          <p14:sldIdLst>
            <p14:sldId id="272"/>
          </p14:sldIdLst>
        </p14:section>
        <p14:section name="Signs" id="{621A98AE-A668-40A4-A9DD-D46166444965}">
          <p14:sldIdLst>
            <p14:sldId id="306"/>
            <p14:sldId id="284"/>
            <p14:sldId id="287"/>
            <p14:sldId id="297"/>
            <p14:sldId id="307"/>
            <p14:sldId id="302"/>
            <p14:sldId id="288"/>
            <p14:sldId id="289"/>
            <p14:sldId id="290"/>
            <p14:sldId id="300"/>
            <p14:sldId id="296"/>
            <p14:sldId id="291"/>
            <p14:sldId id="303"/>
            <p14:sldId id="292"/>
            <p14:sldId id="304"/>
            <p14:sldId id="293"/>
            <p14:sldId id="305"/>
          </p14:sldIdLst>
        </p14:section>
        <p14:section name="Custom Flags" id="{C88A8118-40D8-4550-BCA3-D27BAC4F71E9}">
          <p14:sldIdLst/>
        </p14:section>
        <p14:section name="Mission Locations" id="{F1674BF1-C1A1-45C3-B84B-507A6D9C319A}">
          <p14:sldIdLst>
            <p14:sldId id="299"/>
            <p14:sldId id="301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 Eagle" initials="CE" lastIdx="1" clrIdx="0">
    <p:extLst>
      <p:ext uri="{19B8F6BF-5375-455C-9EA6-DF929625EA0E}">
        <p15:presenceInfo xmlns:p15="http://schemas.microsoft.com/office/powerpoint/2012/main" userId="e272f916ae517d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1126"/>
    <a:srgbClr val="00247D"/>
    <a:srgbClr val="CCFFFF"/>
    <a:srgbClr val="A5A7A1"/>
    <a:srgbClr val="AFA18B"/>
    <a:srgbClr val="9A896D"/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03EE9D-F1F6-4B1F-B436-7ED4D5EC1324}">
  <a:tblStyle styleId="{6E03EE9D-F1F6-4B1F-B436-7ED4D5EC13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419302" y="357485"/>
              <a:ext cx="23054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BLANK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6" y="3977748"/>
              <a:ext cx="649568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 Coy / 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8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146522" y="357485"/>
              <a:ext cx="485100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BATTALION HQ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8" y="3977748"/>
              <a:ext cx="649568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 Coy / 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621809" y="357485"/>
              <a:ext cx="390042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Company HQ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6" y="3977748"/>
              <a:ext cx="649568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 Coy / 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7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857982" y="357485"/>
              <a:ext cx="542808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1 Platoon Barracks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6" y="3977748"/>
              <a:ext cx="649568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 Coy / 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8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857982" y="357485"/>
              <a:ext cx="542808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 Platoon Barracks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324156" y="3977748"/>
              <a:ext cx="649568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 Coy / 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257659" y="357485"/>
              <a:ext cx="66287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 TROOP Barracks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1570217" y="3977748"/>
              <a:ext cx="6003567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D SQN / HCR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79854" y="1379604"/>
            <a:ext cx="23842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2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087484" y="357485"/>
              <a:ext cx="296908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J3 Lounge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11795" y="3977748"/>
              <a:ext cx="432041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1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st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ISR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79854" y="1379604"/>
            <a:ext cx="2384291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62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238965" y="357485"/>
              <a:ext cx="266611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Armoury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44655" y="3977748"/>
              <a:ext cx="425469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7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83193"/>
            <a:ext cx="9144000" cy="4577113"/>
            <a:chOff x="0" y="283193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83193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331667" y="357485"/>
              <a:ext cx="448071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Medical Centre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44655" y="3977748"/>
              <a:ext cx="425469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10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114461" y="357485"/>
              <a:ext cx="491512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Vehicle Servicing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44655" y="3977748"/>
              <a:ext cx="425469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8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224267" y="357485"/>
              <a:ext cx="469551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Vehicle Request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44655" y="3977748"/>
              <a:ext cx="425469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0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742037" y="357485"/>
              <a:ext cx="36599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Air Servicing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444655" y="3977748"/>
              <a:ext cx="425469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</a:t>
              </a:r>
              <a:r>
                <a:rPr lang="en-US" sz="4000" b="1" spc="300" baseline="30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nd</a:t>
              </a:r>
              <a:r>
                <a:rPr lang="en-US" sz="4000" b="1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 Bn / 2 PARA</a:t>
              </a:r>
              <a:endParaRPr lang="en-US" sz="4000" b="1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5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238166" y="357485"/>
              <a:ext cx="266771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Hotel</a:t>
              </a:r>
              <a:endParaRPr lang="en-US" sz="540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571552" y="3977748"/>
              <a:ext cx="800090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Joint helicopter command</a:t>
              </a:r>
              <a:endParaRPr lang="en-US" sz="4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78861" y="1178611"/>
            <a:ext cx="2786277" cy="278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62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3238166" y="357485"/>
              <a:ext cx="266771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Hotel</a:t>
              </a:r>
              <a:endParaRPr lang="en-US" sz="540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119249" y="3977748"/>
              <a:ext cx="4905510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Royal air force</a:t>
              </a:r>
              <a:endParaRPr lang="en-US" sz="4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8279" y="1379604"/>
            <a:ext cx="1735030" cy="2384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58A1B-5255-4BE7-A496-CD1B98EC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0693" y="1379603"/>
            <a:ext cx="173503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2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457229" y="357485"/>
              <a:ext cx="6229590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2 PARA Screen Saver</a:t>
              </a:r>
              <a:endParaRPr lang="en-US" sz="4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069031" y="3977748"/>
              <a:ext cx="3005951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ON STANDBY </a:t>
              </a:r>
              <a:r>
                <a:rPr lang="en-US" sz="24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. . .</a:t>
              </a:r>
              <a:endParaRPr lang="en-US" sz="24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 descr="A picture containing kitchenware, clipart&#10;&#10;Description automatically generated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97" b="93103" l="1903" r="96406">
                        <a14:foregroundMark x1="48626" y1="10000" x2="48626" y2="6897"/>
                        <a14:foregroundMark x1="35307" y1="44483" x2="35307" y2="44483"/>
                        <a14:foregroundMark x1="31924" y1="44483" x2="31924" y2="44483"/>
                        <a14:foregroundMark x1="12896" y1="46552" x2="12896" y2="46552"/>
                        <a14:foregroundMark x1="15645" y1="47931" x2="27696" y2="60345"/>
                        <a14:foregroundMark x1="34461" y1="63448" x2="41649" y2="68966"/>
                        <a14:foregroundMark x1="41649" y1="68966" x2="41649" y2="68966"/>
                        <a14:foregroundMark x1="42283" y1="72414" x2="44609" y2="74138"/>
                        <a14:foregroundMark x1="55180" y1="75172" x2="60042" y2="72414"/>
                        <a14:foregroundMark x1="58351" y1="71379" x2="81395" y2="48966"/>
                        <a14:foregroundMark x1="83510" y1="48276" x2="87738" y2="47241"/>
                        <a14:foregroundMark x1="92812" y1="46207" x2="92812" y2="46207"/>
                        <a14:foregroundMark x1="96617" y1="44138" x2="96617" y2="44138"/>
                        <a14:foregroundMark x1="69556" y1="44138" x2="69556" y2="44138"/>
                        <a14:foregroundMark x1="56871" y1="45172" x2="56871" y2="45172"/>
                        <a14:foregroundMark x1="5708" y1="46207" x2="5708" y2="46207"/>
                        <a14:foregroundMark x1="1903" y1="43793" x2="1903" y2="43793"/>
                        <a14:foregroundMark x1="49471" y1="93103" x2="49471" y2="93103"/>
                        <a14:foregroundMark x1="52431" y1="7241" x2="52431" y2="72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570" y="1379604"/>
            <a:ext cx="3888860" cy="238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0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841949" y="357485"/>
              <a:ext cx="5460149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Atc Screen Saver</a:t>
              </a:r>
              <a:endParaRPr lang="en-US" sz="4000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069031" y="3977748"/>
              <a:ext cx="3005951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cap="none" spc="300" dirty="0">
                  <a:ln w="0"/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ON STANDBY </a:t>
              </a:r>
              <a:r>
                <a:rPr lang="en-US" sz="2400" spc="300" dirty="0">
                  <a:ln w="0"/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pture it" panose="02000500000000000000" pitchFamily="2" charset="0"/>
                </a:rPr>
                <a:t>. . .</a:t>
              </a:r>
              <a:endParaRPr lang="en-US" sz="2400" cap="none" spc="300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86562" y="1317843"/>
            <a:ext cx="5570876" cy="244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93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695276" y="357485"/>
              <a:ext cx="575349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ACRE FREQUENCIES</a:t>
              </a:r>
              <a:endParaRPr lang="en-US" sz="5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6501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solidFill>
              <a:srgbClr val="A5A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374678" y="357485"/>
              <a:ext cx="639470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spc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BRUNEVAL HALL</a:t>
              </a:r>
              <a:endParaRPr lang="en-US" sz="540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pture it" panose="02000500000000000000" pitchFamily="2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6F1A290-61FD-4F9F-82B8-44C00D3A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8279" y="1831470"/>
            <a:ext cx="1735030" cy="1480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9584C9-4134-401A-A547-C8E39B2A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0693" y="1800835"/>
            <a:ext cx="1480558" cy="148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9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83193"/>
            <a:ext cx="9144000" cy="4577113"/>
            <a:chOff x="0" y="283193"/>
            <a:chExt cx="9144000" cy="4577113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83193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1537436" y="357485"/>
              <a:ext cx="6069290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NATO BARRACKS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513594" y="3977748"/>
              <a:ext cx="4116833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ISDAF AIRBASE</a:t>
              </a:r>
            </a:p>
          </p:txBody>
        </p:sp>
      </p:grp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A76103D-8179-48C4-B925-0F8F5D0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99" y="1780750"/>
            <a:ext cx="1606091" cy="158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B63AD-4485-4059-9784-54577AE6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8" t="13962" r="14155" b="12285"/>
          <a:stretch/>
        </p:blipFill>
        <p:spPr>
          <a:xfrm>
            <a:off x="4869612" y="1780751"/>
            <a:ext cx="1617954" cy="158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80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246762" y="1243832"/>
              <a:ext cx="4650633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IED EXAMPLES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2955210" y="2976339"/>
              <a:ext cx="3233579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ISAF / NATO</a:t>
              </a:r>
            </a:p>
          </p:txBody>
        </p:sp>
      </p:grp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A76103D-8179-48C4-B925-0F8F5D0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47" y="2116430"/>
            <a:ext cx="862301" cy="849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B63AD-4485-4059-9784-54577AE6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8" t="13962" r="14155" b="12285"/>
          <a:stretch/>
        </p:blipFill>
        <p:spPr>
          <a:xfrm>
            <a:off x="6353854" y="2167162"/>
            <a:ext cx="868671" cy="84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69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FE0F19-E00C-4848-A6D1-397C956903E2}"/>
              </a:ext>
            </a:extLst>
          </p:cNvPr>
          <p:cNvGrpSpPr/>
          <p:nvPr/>
        </p:nvGrpSpPr>
        <p:grpSpPr>
          <a:xfrm>
            <a:off x="0" y="252558"/>
            <a:ext cx="9144000" cy="4577113"/>
            <a:chOff x="0" y="252558"/>
            <a:chExt cx="9144000" cy="4577113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06BC1-BABF-4B37-BC83-146E39302642}"/>
                </a:ext>
              </a:extLst>
            </p:cNvPr>
            <p:cNvSpPr/>
            <p:nvPr/>
          </p:nvSpPr>
          <p:spPr>
            <a:xfrm>
              <a:off x="0" y="252558"/>
              <a:ext cx="9144000" cy="45771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1B05C-9CCE-4095-A6C9-4E122EAF326D}"/>
                </a:ext>
              </a:extLst>
            </p:cNvPr>
            <p:cNvSpPr/>
            <p:nvPr/>
          </p:nvSpPr>
          <p:spPr>
            <a:xfrm>
              <a:off x="2668317" y="357485"/>
              <a:ext cx="3807454" cy="923330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Isdaf Airbase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3F4C3C-C275-411A-BCE4-D87887C366FB}"/>
                </a:ext>
              </a:extLst>
            </p:cNvPr>
            <p:cNvSpPr/>
            <p:nvPr/>
          </p:nvSpPr>
          <p:spPr>
            <a:xfrm>
              <a:off x="3486614" y="3977748"/>
              <a:ext cx="2170787" cy="707886"/>
            </a:xfrm>
            <a:prstGeom prst="rect">
              <a:avLst/>
            </a:prstGeom>
            <a:grp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cap="none" spc="3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pture it" panose="02000500000000000000" pitchFamily="2" charset="0"/>
                </a:rPr>
                <a:t>ISAF HQ</a:t>
              </a:r>
            </a:p>
          </p:txBody>
        </p:sp>
      </p:grp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A76103D-8179-48C4-B925-0F8F5D01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99" y="1780750"/>
            <a:ext cx="1606091" cy="158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B63AD-4485-4059-9784-54577AE6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8" t="13962" r="14155" b="12285"/>
          <a:stretch/>
        </p:blipFill>
        <p:spPr>
          <a:xfrm>
            <a:off x="4869612" y="1780751"/>
            <a:ext cx="1617954" cy="158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429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13049</TotalTime>
  <Words>144</Words>
  <Application>Microsoft Office PowerPoint</Application>
  <PresentationFormat>On-screen Show (16:9)</PresentationFormat>
  <Paragraphs>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Capture it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 Eagle</dc:creator>
  <cp:lastModifiedBy>C Eagle</cp:lastModifiedBy>
  <cp:revision>54</cp:revision>
  <dcterms:modified xsi:type="dcterms:W3CDTF">2020-12-29T16:41:39Z</dcterms:modified>
</cp:coreProperties>
</file>