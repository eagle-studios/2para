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6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69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3A369-067E-4E9F-A093-97284A4378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A41FEE-5E25-442D-BC5F-02D4233409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618A84-E50F-44A2-9B61-53C71FA9B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3936C-0409-420D-B618-15C4582F6432}" type="datetimeFigureOut">
              <a:rPr lang="en-GB" smtClean="0"/>
              <a:t>19/12/2020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288F13-D84A-48BA-B46E-1BA57EC73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AB3AAB-254C-4956-8A31-5C497BF64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10867-F7DF-4FA5-B8E6-38D4E874E4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57086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F0A37-9233-4701-990E-EE3061B12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1D513F-5E11-4141-832E-3B339D5A4B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2E331C-6BC0-4A98-AAF8-A9A5536F7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3936C-0409-420D-B618-15C4582F6432}" type="datetimeFigureOut">
              <a:rPr lang="en-GB" smtClean="0"/>
              <a:t>19/12/2020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FC61E4-8F95-4FDC-AEFF-E501CDECE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624EA7-975D-4E89-8842-1B77B7B9A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10867-F7DF-4FA5-B8E6-38D4E874E4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54460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D469E-9414-4A83-9F4F-7CCE9CFB4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288CED-91A9-46C9-AA5C-9DEB505509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C3075-7323-4897-B028-036523C42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3936C-0409-420D-B618-15C4582F6432}" type="datetimeFigureOut">
              <a:rPr lang="en-GB" smtClean="0"/>
              <a:t>19/12/2020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92488C-EA37-4ABA-931E-2402D980E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951BF9-A70C-47FD-9725-101640C39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10867-F7DF-4FA5-B8E6-38D4E874E4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5038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4CCF6-DE4C-4D33-9DC9-45B51978E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B51603-AC0E-4881-B4D0-6AE2F48414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D642FD-40EC-4191-AA16-D695325F0B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C2AEB3-6F66-4F7F-B63D-56EAB0658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3936C-0409-420D-B618-15C4582F6432}" type="datetimeFigureOut">
              <a:rPr lang="en-GB" smtClean="0"/>
              <a:t>19/12/2020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7A26EF-8EF8-4E7F-A602-3B2CAE040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F5A6BC-F73D-42FD-919C-800476AF0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10867-F7DF-4FA5-B8E6-38D4E874E4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73000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CF4A9-F8E8-45E7-8182-42059F8BA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C0518A-53DE-4B3E-B03D-BA8FDDBBEF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6FCA58-D8EE-409C-AAC3-3F8C0969EF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722D54-488A-44FD-AD66-7397C1DF60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8D9E6D-1757-440B-BD3C-F7E4B3C7C0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473246-D4F1-4C58-8468-AF0AAEBEB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3936C-0409-420D-B618-15C4582F6432}" type="datetimeFigureOut">
              <a:rPr lang="en-GB" smtClean="0"/>
              <a:t>19/12/2020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5C7831-60C2-47EE-B5F5-0EF575C22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B9E048-AEB9-4242-B055-936DE88FF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10867-F7DF-4FA5-B8E6-38D4E874E4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9580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20AFE-A12B-4726-ACA6-19CDC1075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542B93-8702-444C-8B8F-2F9A3E280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3936C-0409-420D-B618-15C4582F6432}" type="datetimeFigureOut">
              <a:rPr lang="en-GB" smtClean="0"/>
              <a:t>19/12/2020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7FCDBB-2FB0-43FA-AA94-B370088A8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799134-E0C1-46C7-A9B2-DB111400F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10867-F7DF-4FA5-B8E6-38D4E874E4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88791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57D7A5-0613-46C6-A9E3-3A24F7AAA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3936C-0409-420D-B618-15C4582F6432}" type="datetimeFigureOut">
              <a:rPr lang="en-GB" smtClean="0"/>
              <a:t>19/12/2020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BF712A-E636-4B12-8F94-1E8D9B9BF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2B0BD7-8E08-435E-A024-730A3BB64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10867-F7DF-4FA5-B8E6-38D4E874E4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5072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4F494-4D49-4384-9372-C54BEE1E9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0E8B9-5BD4-48D7-90B1-AEA411CC64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9373E8-18D6-4FB2-AB0A-56C3FF368B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BD2C73-8822-4B40-8CDA-9ED15045B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3936C-0409-420D-B618-15C4582F6432}" type="datetimeFigureOut">
              <a:rPr lang="en-GB" smtClean="0"/>
              <a:t>19/12/2020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186FF9-FD11-4D14-9612-0F1539600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24A263-9A51-4801-8225-F042CBCD9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10867-F7DF-4FA5-B8E6-38D4E874E4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0465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4AC8F-C566-4B51-8D4D-50BC2B8381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C751CB-4935-45E3-BD9D-42B4BB40CD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0AA18A-3FA6-4E61-975C-99E1EEC234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49CC59-2E3D-4842-BC22-52C9FAB4E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3936C-0409-420D-B618-15C4582F6432}" type="datetimeFigureOut">
              <a:rPr lang="en-GB" smtClean="0"/>
              <a:t>19/12/2020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202129-F5A9-4ACB-AB60-D1A23585F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B6C478-E6FA-4C5E-B6F4-1E14F2A01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10867-F7DF-4FA5-B8E6-38D4E874E4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42633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C4200-69B4-4006-BBF8-D51A1412A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48A5BD-DC7E-4FC8-8C27-935001562B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BA45FB-2B99-4A8A-938D-0C3279302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3936C-0409-420D-B618-15C4582F6432}" type="datetimeFigureOut">
              <a:rPr lang="en-GB" smtClean="0"/>
              <a:t>19/12/2020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51E6D6-9841-4A5F-AFC1-11CE81704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CCCDD6-F5DF-467B-AAE9-B7959A1C7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10867-F7DF-4FA5-B8E6-38D4E874E4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09584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5FE3A9-290C-4CE2-A04F-BE0944B4E2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01ACC7-AA0F-4B10-994F-9F78B9096F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C6BCFD-E0FD-41E1-87BB-014B23E9D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3936C-0409-420D-B618-15C4582F6432}" type="datetimeFigureOut">
              <a:rPr lang="en-GB" smtClean="0"/>
              <a:t>19/12/2020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646CD9-29EB-4B0B-B321-43F2787AA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FF8163-8D0F-452A-90B9-CE53F3D47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10867-F7DF-4FA5-B8E6-38D4E874E4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96224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E7F44F-1F4C-4ADE-A6D3-6735D1199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6B7382-DC80-4A15-9B20-CAA3B85A26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8275BB-807A-4AFF-9AD9-8288BA1C4F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A3936C-0409-420D-B618-15C4582F6432}" type="datetimeFigureOut">
              <a:rPr lang="en-GB" smtClean="0"/>
              <a:t>19/12/2020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BD3E03-513B-4665-83B8-D711CE943D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50A60B-D44D-4370-B36C-E36DD98513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710867-F7DF-4FA5-B8E6-38D4E874E4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99643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sky, outdoor, person, military vehicle&#10;&#10;Description automatically generated">
            <a:extLst>
              <a:ext uri="{FF2B5EF4-FFF2-40B4-BE49-F238E27FC236}">
                <a16:creationId xmlns:a16="http://schemas.microsoft.com/office/drawing/2014/main" id="{5962005F-4A67-421E-A187-67E440C69A5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422" r="28673" b="5442"/>
          <a:stretch/>
        </p:blipFill>
        <p:spPr>
          <a:xfrm>
            <a:off x="672517" y="0"/>
            <a:ext cx="10846965" cy="685500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5E84D9B-F287-445B-B01D-4838C68D24CF}"/>
              </a:ext>
            </a:extLst>
          </p:cNvPr>
          <p:cNvSpPr txBox="1"/>
          <p:nvPr/>
        </p:nvSpPr>
        <p:spPr>
          <a:xfrm>
            <a:off x="1372439" y="4190311"/>
            <a:ext cx="9447119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4000" b="1" dirty="0">
                <a:solidFill>
                  <a:srgbClr val="FF0000"/>
                </a:solidFill>
              </a:rPr>
              <a:t>WELCOME TO OPERATION UNFORMAL</a:t>
            </a:r>
          </a:p>
        </p:txBody>
      </p:sp>
    </p:spTree>
    <p:extLst>
      <p:ext uri="{BB962C8B-B14F-4D97-AF65-F5344CB8AC3E}">
        <p14:creationId xmlns:p14="http://schemas.microsoft.com/office/powerpoint/2010/main" val="3029750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sky, outdoor, beach, shore&#10;&#10;Description automatically generated">
            <a:extLst>
              <a:ext uri="{FF2B5EF4-FFF2-40B4-BE49-F238E27FC236}">
                <a16:creationId xmlns:a16="http://schemas.microsoft.com/office/drawing/2014/main" id="{7BF7D3DF-F3D6-4F59-98FA-2D777076E1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0F1B677-CF11-4EEE-AE8F-0151428EF119}"/>
              </a:ext>
            </a:extLst>
          </p:cNvPr>
          <p:cNvSpPr txBox="1"/>
          <p:nvPr/>
        </p:nvSpPr>
        <p:spPr>
          <a:xfrm>
            <a:off x="3211999" y="109993"/>
            <a:ext cx="5768002" cy="83099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solidFill>
                  <a:srgbClr val="FF0000"/>
                </a:solidFill>
              </a:rPr>
              <a:t>AMMO CRATES LIKE THIS ARE </a:t>
            </a:r>
          </a:p>
          <a:p>
            <a:pPr algn="ctr"/>
            <a:r>
              <a:rPr lang="en-GB" sz="2400" b="1" dirty="0">
                <a:solidFill>
                  <a:srgbClr val="FF0000"/>
                </a:solidFill>
              </a:rPr>
              <a:t>YOUR NEW LIMITED ARSENAL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C35E17-FBF0-48A1-932F-BEB3DFFB14BF}"/>
              </a:ext>
            </a:extLst>
          </p:cNvPr>
          <p:cNvSpPr txBox="1"/>
          <p:nvPr/>
        </p:nvSpPr>
        <p:spPr>
          <a:xfrm>
            <a:off x="3250163" y="1050983"/>
            <a:ext cx="5691674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solidFill>
                  <a:srgbClr val="FF0000"/>
                </a:solidFill>
              </a:rPr>
              <a:t>THERE ARE ONLY 2. DO NOT LOSE THEM!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D00B90-C37F-4500-AB9C-183367839D25}"/>
              </a:ext>
            </a:extLst>
          </p:cNvPr>
          <p:cNvSpPr txBox="1"/>
          <p:nvPr/>
        </p:nvSpPr>
        <p:spPr>
          <a:xfrm>
            <a:off x="2031534" y="4976020"/>
            <a:ext cx="8128932" cy="83099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solidFill>
                  <a:srgbClr val="FF0000"/>
                </a:solidFill>
              </a:rPr>
              <a:t>PLEASE DO NOT ATTEMPT TO GAIN GEAR FROM THE ARSENAL, </a:t>
            </a:r>
          </a:p>
          <a:p>
            <a:pPr algn="ctr"/>
            <a:r>
              <a:rPr lang="en-GB" sz="2400" b="1" dirty="0">
                <a:solidFill>
                  <a:srgbClr val="FF0000"/>
                </a:solidFill>
              </a:rPr>
              <a:t>OR BY ANY OTHER MEANS (PA).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217E33-276A-4E69-A903-E84585C58CAA}"/>
              </a:ext>
            </a:extLst>
          </p:cNvPr>
          <p:cNvSpPr txBox="1"/>
          <p:nvPr/>
        </p:nvSpPr>
        <p:spPr>
          <a:xfrm>
            <a:off x="2102840" y="6027003"/>
            <a:ext cx="7986319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solidFill>
                  <a:srgbClr val="FF0000"/>
                </a:solidFill>
              </a:rPr>
              <a:t>HOWEVER, YOU CAN PICK UP ENEMY EQUIPMENT ETC</a:t>
            </a:r>
          </a:p>
        </p:txBody>
      </p:sp>
    </p:spTree>
    <p:extLst>
      <p:ext uri="{BB962C8B-B14F-4D97-AF65-F5344CB8AC3E}">
        <p14:creationId xmlns:p14="http://schemas.microsoft.com/office/powerpoint/2010/main" val="1544523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sky, outdoor, snow, nature&#10;&#10;Description automatically generated">
            <a:extLst>
              <a:ext uri="{FF2B5EF4-FFF2-40B4-BE49-F238E27FC236}">
                <a16:creationId xmlns:a16="http://schemas.microsoft.com/office/drawing/2014/main" id="{7E9AAFC2-6414-4FA5-B946-E20B14082B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0F1B677-CF11-4EEE-AE8F-0151428EF119}"/>
              </a:ext>
            </a:extLst>
          </p:cNvPr>
          <p:cNvSpPr txBox="1"/>
          <p:nvPr/>
        </p:nvSpPr>
        <p:spPr>
          <a:xfrm>
            <a:off x="2309069" y="369332"/>
            <a:ext cx="7573859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solidFill>
                  <a:srgbClr val="FF0000"/>
                </a:solidFill>
              </a:rPr>
              <a:t>YOUR TASK IS TO FIND AND COLLECT 7 REINDEER.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D00B90-C37F-4500-AB9C-183367839D25}"/>
              </a:ext>
            </a:extLst>
          </p:cNvPr>
          <p:cNvSpPr txBox="1"/>
          <p:nvPr/>
        </p:nvSpPr>
        <p:spPr>
          <a:xfrm>
            <a:off x="2031532" y="5288339"/>
            <a:ext cx="8128932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solidFill>
                  <a:srgbClr val="FF0000"/>
                </a:solidFill>
              </a:rPr>
              <a:t>‘REINDEER’ LOOK LIKE THIS.</a:t>
            </a:r>
          </a:p>
          <a:p>
            <a:pPr algn="ctr"/>
            <a:r>
              <a:rPr lang="en-GB" sz="2400" b="1" dirty="0">
                <a:solidFill>
                  <a:srgbClr val="FF0000"/>
                </a:solidFill>
              </a:rPr>
              <a:t>PLEASE DO NOT SET THEM FREE!</a:t>
            </a:r>
          </a:p>
          <a:p>
            <a:pPr algn="ctr"/>
            <a:r>
              <a:rPr lang="en-GB" sz="2400" dirty="0">
                <a:solidFill>
                  <a:srgbClr val="FF0000"/>
                </a:solidFill>
              </a:rPr>
              <a:t>You can see a rough location of their trackers on the map.</a:t>
            </a:r>
          </a:p>
        </p:txBody>
      </p:sp>
    </p:spTree>
    <p:extLst>
      <p:ext uri="{BB962C8B-B14F-4D97-AF65-F5344CB8AC3E}">
        <p14:creationId xmlns:p14="http://schemas.microsoft.com/office/powerpoint/2010/main" val="3403166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61AA8E3-20EC-47BD-AFDF-AF34542C91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0F1B677-CF11-4EEE-AE8F-0151428EF119}"/>
              </a:ext>
            </a:extLst>
          </p:cNvPr>
          <p:cNvSpPr txBox="1"/>
          <p:nvPr/>
        </p:nvSpPr>
        <p:spPr>
          <a:xfrm>
            <a:off x="2309069" y="369332"/>
            <a:ext cx="7573859" cy="83099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solidFill>
                  <a:srgbClr val="FF0000"/>
                </a:solidFill>
              </a:rPr>
              <a:t>TO COMPLETE YOUR MISSION.</a:t>
            </a:r>
          </a:p>
          <a:p>
            <a:pPr algn="ctr"/>
            <a:r>
              <a:rPr lang="en-GB" sz="2400" b="1" dirty="0">
                <a:solidFill>
                  <a:srgbClr val="FF0000"/>
                </a:solidFill>
              </a:rPr>
              <a:t>BRING ALL 7 REINDEER BACK TO THE SLEIGH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D00B90-C37F-4500-AB9C-183367839D25}"/>
              </a:ext>
            </a:extLst>
          </p:cNvPr>
          <p:cNvSpPr txBox="1"/>
          <p:nvPr/>
        </p:nvSpPr>
        <p:spPr>
          <a:xfrm>
            <a:off x="2031532" y="4919008"/>
            <a:ext cx="8128932" cy="156966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solidFill>
                  <a:srgbClr val="FF0000"/>
                </a:solidFill>
              </a:rPr>
              <a:t>UN FORCES ARE HERE TO HELP. </a:t>
            </a:r>
          </a:p>
          <a:p>
            <a:pPr algn="ctr"/>
            <a:r>
              <a:rPr lang="en-GB" sz="2400" b="1" dirty="0">
                <a:solidFill>
                  <a:srgbClr val="FF0000"/>
                </a:solidFill>
              </a:rPr>
              <a:t>DO NOT ATTACK UN FORCES, EVEN FOR THEIR EQUIPMENT.</a:t>
            </a:r>
          </a:p>
          <a:p>
            <a:pPr algn="ctr"/>
            <a:r>
              <a:rPr lang="en-GB" sz="2400" dirty="0">
                <a:solidFill>
                  <a:srgbClr val="FF0000"/>
                </a:solidFill>
              </a:rPr>
              <a:t>YOU WOULDN’T WANT TO GET PUT </a:t>
            </a:r>
          </a:p>
          <a:p>
            <a:pPr algn="ctr"/>
            <a:r>
              <a:rPr lang="en-GB" sz="2400" dirty="0">
                <a:solidFill>
                  <a:srgbClr val="FF0000"/>
                </a:solidFill>
              </a:rPr>
              <a:t>ON THE NAUGHTY LIST WOULD YOU?</a:t>
            </a:r>
          </a:p>
        </p:txBody>
      </p:sp>
    </p:spTree>
    <p:extLst>
      <p:ext uri="{BB962C8B-B14F-4D97-AF65-F5344CB8AC3E}">
        <p14:creationId xmlns:p14="http://schemas.microsoft.com/office/powerpoint/2010/main" val="29236610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water, outdoor, sky, ocean&#10;&#10;Description automatically generated">
            <a:extLst>
              <a:ext uri="{FF2B5EF4-FFF2-40B4-BE49-F238E27FC236}">
                <a16:creationId xmlns:a16="http://schemas.microsoft.com/office/drawing/2014/main" id="{815644DA-6640-472E-AC47-09E497FFFD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BD00B90-C37F-4500-AB9C-183367839D25}"/>
              </a:ext>
            </a:extLst>
          </p:cNvPr>
          <p:cNvSpPr txBox="1"/>
          <p:nvPr/>
        </p:nvSpPr>
        <p:spPr>
          <a:xfrm>
            <a:off x="2031532" y="3820050"/>
            <a:ext cx="8128932" cy="267765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solidFill>
                  <a:srgbClr val="FF0000"/>
                </a:solidFill>
              </a:rPr>
              <a:t>UN MEME TEAM 12</a:t>
            </a:r>
          </a:p>
          <a:p>
            <a:pPr algn="ctr"/>
            <a:r>
              <a:rPr lang="en-GB" sz="2400" dirty="0">
                <a:solidFill>
                  <a:srgbClr val="FF0000"/>
                </a:solidFill>
              </a:rPr>
              <a:t>You can organise yourselves into small groups, or a large force it is up to you. </a:t>
            </a:r>
          </a:p>
          <a:p>
            <a:pPr algn="ctr"/>
            <a:r>
              <a:rPr lang="en-GB" sz="2400" dirty="0">
                <a:solidFill>
                  <a:srgbClr val="FF0000"/>
                </a:solidFill>
              </a:rPr>
              <a:t>You have 30 mins to ‘barbie’ yourselves.</a:t>
            </a:r>
          </a:p>
          <a:p>
            <a:pPr algn="ctr"/>
            <a:r>
              <a:rPr lang="en-GB" sz="2400" dirty="0">
                <a:solidFill>
                  <a:srgbClr val="FF0000"/>
                </a:solidFill>
              </a:rPr>
              <a:t>UN Vehicles, are at your disposal.</a:t>
            </a:r>
          </a:p>
          <a:p>
            <a:pPr algn="ctr"/>
            <a:r>
              <a:rPr lang="en-GB" sz="2400" dirty="0">
                <a:solidFill>
                  <a:srgbClr val="FF0000"/>
                </a:solidFill>
              </a:rPr>
              <a:t>Head to EMMG to retrieve special fun vehicles that might help you in your effort!</a:t>
            </a:r>
          </a:p>
        </p:txBody>
      </p:sp>
    </p:spTree>
    <p:extLst>
      <p:ext uri="{BB962C8B-B14F-4D97-AF65-F5344CB8AC3E}">
        <p14:creationId xmlns:p14="http://schemas.microsoft.com/office/powerpoint/2010/main" val="35741695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188</Words>
  <Application>Microsoft Office PowerPoint</Application>
  <PresentationFormat>Widescreen</PresentationFormat>
  <Paragraphs>22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 Eagle</dc:creator>
  <cp:lastModifiedBy>C Eagle</cp:lastModifiedBy>
  <cp:revision>5</cp:revision>
  <dcterms:created xsi:type="dcterms:W3CDTF">2020-12-19T20:14:44Z</dcterms:created>
  <dcterms:modified xsi:type="dcterms:W3CDTF">2020-12-19T20:40:48Z</dcterms:modified>
</cp:coreProperties>
</file>