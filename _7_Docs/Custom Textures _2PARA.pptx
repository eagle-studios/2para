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72" r:id="rId2"/>
    <p:sldId id="323" r:id="rId3"/>
    <p:sldId id="324" r:id="rId4"/>
    <p:sldId id="306" r:id="rId5"/>
    <p:sldId id="309" r:id="rId6"/>
    <p:sldId id="310" r:id="rId7"/>
    <p:sldId id="311" r:id="rId8"/>
    <p:sldId id="312" r:id="rId9"/>
    <p:sldId id="313" r:id="rId10"/>
    <p:sldId id="315" r:id="rId11"/>
    <p:sldId id="319" r:id="rId12"/>
    <p:sldId id="320" r:id="rId13"/>
    <p:sldId id="300" r:id="rId14"/>
    <p:sldId id="308" r:id="rId15"/>
    <p:sldId id="291" r:id="rId16"/>
    <p:sldId id="321" r:id="rId17"/>
    <p:sldId id="303" r:id="rId18"/>
    <p:sldId id="322" r:id="rId19"/>
    <p:sldId id="292" r:id="rId20"/>
    <p:sldId id="304" r:id="rId21"/>
    <p:sldId id="293" r:id="rId22"/>
    <p:sldId id="305" r:id="rId23"/>
    <p:sldId id="326" r:id="rId24"/>
    <p:sldId id="327" r:id="rId25"/>
    <p:sldId id="299" r:id="rId26"/>
    <p:sldId id="301" r:id="rId27"/>
    <p:sldId id="298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Template" id="{7FBC327F-71A7-4B66-915C-FC9C19CD6F81}">
          <p14:sldIdLst>
            <p14:sldId id="272"/>
            <p14:sldId id="323"/>
            <p14:sldId id="324"/>
          </p14:sldIdLst>
        </p14:section>
        <p14:section name="Signs" id="{621A98AE-A668-40A4-A9DD-D46166444965}">
          <p14:sldIdLst>
            <p14:sldId id="306"/>
            <p14:sldId id="309"/>
            <p14:sldId id="310"/>
            <p14:sldId id="311"/>
            <p14:sldId id="312"/>
            <p14:sldId id="313"/>
            <p14:sldId id="315"/>
            <p14:sldId id="319"/>
            <p14:sldId id="320"/>
            <p14:sldId id="300"/>
            <p14:sldId id="308"/>
            <p14:sldId id="291"/>
            <p14:sldId id="321"/>
            <p14:sldId id="303"/>
            <p14:sldId id="322"/>
            <p14:sldId id="292"/>
            <p14:sldId id="304"/>
            <p14:sldId id="293"/>
            <p14:sldId id="305"/>
            <p14:sldId id="326"/>
            <p14:sldId id="327"/>
          </p14:sldIdLst>
        </p14:section>
        <p14:section name="Custom Flags" id="{C88A8118-40D8-4550-BCA3-D27BAC4F71E9}">
          <p14:sldIdLst/>
        </p14:section>
        <p14:section name="Mission Locations" id="{F1674BF1-C1A1-45C3-B84B-507A6D9C319A}">
          <p14:sldIdLst>
            <p14:sldId id="299"/>
            <p14:sldId id="301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 Eagle" initials="CE" lastIdx="1" clrIdx="0">
    <p:extLst>
      <p:ext uri="{19B8F6BF-5375-455C-9EA6-DF929625EA0E}">
        <p15:presenceInfo xmlns:p15="http://schemas.microsoft.com/office/powerpoint/2012/main" userId="e272f916ae517d2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7A1"/>
    <a:srgbClr val="232361"/>
    <a:srgbClr val="00247D"/>
    <a:srgbClr val="862544"/>
    <a:srgbClr val="CE1126"/>
    <a:srgbClr val="CCFFFF"/>
    <a:srgbClr val="AFA18B"/>
    <a:srgbClr val="9A896D"/>
    <a:srgbClr val="FFA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03EE9D-F1F6-4B1F-B436-7ED4D5EC1324}">
  <a:tblStyle styleId="{6E03EE9D-F1F6-4B1F-B436-7ED4D5EC13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liparts101.com/free_clipart/81245/Artillery_Gun_Silhouett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2323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3323122" y="357485"/>
              <a:ext cx="249780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3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BLANK</a:t>
              </a:r>
              <a:endParaRPr lang="en-US" sz="5400" cap="none" spc="3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1324156" y="3977748"/>
              <a:ext cx="6495689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spc="3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 Coy / 2</a:t>
              </a:r>
              <a:r>
                <a:rPr lang="en-US" sz="4000" b="1" spc="300" baseline="300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nd</a:t>
              </a:r>
              <a:r>
                <a:rPr lang="en-US" sz="4000" b="1" spc="3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Bn / 2 PARA</a:t>
              </a:r>
              <a:endParaRPr lang="en-US" sz="4000" b="1" cap="none" spc="3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3" name="Picture 2" descr="A picture containing table, console table&#10;&#10;Description automatically generated">
            <a:extLst>
              <a:ext uri="{FF2B5EF4-FFF2-40B4-BE49-F238E27FC236}">
                <a16:creationId xmlns:a16="http://schemas.microsoft.com/office/drawing/2014/main" id="{F6319A17-C44A-4278-A3FB-66BF07983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97" b="95345" l="2371" r="99030">
                        <a14:foregroundMark x1="46336" y1="7759" x2="46336" y2="7759"/>
                        <a14:foregroundMark x1="46983" y1="4828" x2="46983" y2="4828"/>
                        <a14:foregroundMark x1="46983" y1="1897" x2="46983" y2="1897"/>
                        <a14:foregroundMark x1="64763" y1="46379" x2="64763" y2="46379"/>
                        <a14:foregroundMark x1="95366" y1="47931" x2="95366" y2="47931"/>
                        <a14:foregroundMark x1="39116" y1="67931" x2="39116" y2="67931"/>
                        <a14:foregroundMark x1="50970" y1="95517" x2="50970" y2="95517"/>
                        <a14:foregroundMark x1="20905" y1="51207" x2="20905" y2="51207"/>
                        <a14:foregroundMark x1="21336" y1="51897" x2="21336" y2="51897"/>
                        <a14:foregroundMark x1="23060" y1="52241" x2="23060" y2="52241"/>
                        <a14:foregroundMark x1="5927" y1="47069" x2="5927" y2="47069"/>
                        <a14:foregroundMark x1="2371" y1="44138" x2="2371" y2="44138"/>
                        <a14:foregroundMark x1="22414" y1="62069" x2="22414" y2="62069"/>
                        <a14:foregroundMark x1="99030" y1="43966" x2="99030" y2="43966"/>
                        <a14:foregroundMark x1="48922" y1="8276" x2="48922" y2="8276"/>
                        <a14:backgroundMark x1="47629" y1="23448" x2="47629" y2="23448"/>
                        <a14:backgroundMark x1="51724" y1="22759" x2="51724" y2="22759"/>
                        <a14:backgroundMark x1="50862" y1="19310" x2="50862" y2="19310"/>
                        <a14:backgroundMark x1="54634" y1="22759" x2="54634" y2="22759"/>
                        <a14:backgroundMark x1="53879" y1="13448" x2="53879" y2="13448"/>
                        <a14:backgroundMark x1="55388" y1="14655" x2="55388" y2="14655"/>
                        <a14:backgroundMark x1="52478" y1="13793" x2="52478" y2="13793"/>
                        <a14:backgroundMark x1="50862" y1="12931" x2="50862" y2="12931"/>
                        <a14:backgroundMark x1="51185" y1="10000" x2="51185" y2="10000"/>
                        <a14:backgroundMark x1="49246" y1="8966" x2="49246" y2="89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64566" y="1379604"/>
            <a:ext cx="3814865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8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rgbClr val="A5A7A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287595" y="567035"/>
              <a:ext cx="4568879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RAF KINTYRE</a:t>
              </a:r>
              <a:endParaRPr lang="en-US" sz="54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74954" y="1863097"/>
            <a:ext cx="2794091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3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rgbClr val="A5A7A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333008" y="262235"/>
              <a:ext cx="6478056" cy="1323439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80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RAF KINTYRE</a:t>
              </a:r>
              <a:endParaRPr lang="en-US" sz="80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9EF217E-7978-4835-8DD2-B9EFD634B9B3}"/>
              </a:ext>
            </a:extLst>
          </p:cNvPr>
          <p:cNvSpPr/>
          <p:nvPr/>
        </p:nvSpPr>
        <p:spPr>
          <a:xfrm>
            <a:off x="3123530" y="1646092"/>
            <a:ext cx="2896947" cy="1938992"/>
          </a:xfrm>
          <a:prstGeom prst="rect">
            <a:avLst/>
          </a:prstGeom>
          <a:solidFill>
            <a:srgbClr val="A5A7A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spc="3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BLANK</a:t>
            </a:r>
          </a:p>
          <a:p>
            <a:pPr algn="ctr"/>
            <a:r>
              <a:rPr lang="en-US" sz="6000" cap="none" spc="3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RANG</a:t>
            </a:r>
            <a:r>
              <a:rPr lang="en-US" sz="6000" spc="3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E</a:t>
            </a:r>
            <a:endParaRPr lang="en-US" sz="6000" cap="none" spc="3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A815FA-3F3F-4B8B-BAD7-1E23465811FF}"/>
              </a:ext>
            </a:extLst>
          </p:cNvPr>
          <p:cNvSpPr/>
          <p:nvPr/>
        </p:nvSpPr>
        <p:spPr>
          <a:xfrm>
            <a:off x="832036" y="3739525"/>
            <a:ext cx="7479933" cy="923330"/>
          </a:xfrm>
          <a:prstGeom prst="rect">
            <a:avLst/>
          </a:prstGeom>
          <a:solidFill>
            <a:srgbClr val="A5A7A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3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CHECKPOINT AHEAD</a:t>
            </a:r>
          </a:p>
        </p:txBody>
      </p:sp>
    </p:spTree>
    <p:extLst>
      <p:ext uri="{BB962C8B-B14F-4D97-AF65-F5344CB8AC3E}">
        <p14:creationId xmlns:p14="http://schemas.microsoft.com/office/powerpoint/2010/main" val="2697879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83193"/>
            <a:ext cx="9144000" cy="4577113"/>
            <a:chOff x="0" y="252558"/>
            <a:chExt cx="9144000" cy="4577113"/>
          </a:xfrm>
          <a:solidFill>
            <a:srgbClr val="23236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915690" y="357485"/>
              <a:ext cx="5312673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300" dirty="0">
                  <a:ln w="0"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pture it" panose="02000500000000000000" pitchFamily="2" charset="0"/>
                </a:rPr>
                <a:t>BATTALION HQ</a:t>
              </a:r>
              <a:endParaRPr lang="en-US" sz="5400" cap="none" spc="300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369316" y="3977748"/>
              <a:ext cx="4405372" cy="707886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>
                    <a:noFill/>
                  </a:ln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  <a:r>
                <a:rPr lang="en-US" sz="4000" spc="300" baseline="30000" dirty="0">
                  <a:ln w="0">
                    <a:noFill/>
                  </a:ln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nd</a:t>
              </a:r>
              <a:r>
                <a:rPr lang="en-US" sz="4000" spc="300" dirty="0">
                  <a:ln w="0">
                    <a:noFill/>
                  </a:ln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Bn / 2 PARA</a:t>
              </a:r>
              <a:endParaRPr lang="en-US" sz="4000" cap="none" spc="300" dirty="0">
                <a:ln w="0">
                  <a:noFill/>
                </a:ln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7" name="Picture 6" descr="A picture containing table, console table&#10;&#10;Description automatically generated">
            <a:extLst>
              <a:ext uri="{FF2B5EF4-FFF2-40B4-BE49-F238E27FC236}">
                <a16:creationId xmlns:a16="http://schemas.microsoft.com/office/drawing/2014/main" id="{D3303900-C497-41DD-B394-0A4788407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97" b="95345" l="2371" r="99030">
                        <a14:foregroundMark x1="46336" y1="7759" x2="46336" y2="7759"/>
                        <a14:foregroundMark x1="46983" y1="4828" x2="46983" y2="4828"/>
                        <a14:foregroundMark x1="46983" y1="1897" x2="46983" y2="1897"/>
                        <a14:foregroundMark x1="64763" y1="46379" x2="64763" y2="46379"/>
                        <a14:foregroundMark x1="95366" y1="47931" x2="95366" y2="47931"/>
                        <a14:foregroundMark x1="39116" y1="67931" x2="39116" y2="67931"/>
                        <a14:foregroundMark x1="50970" y1="95517" x2="50970" y2="95517"/>
                        <a14:foregroundMark x1="20905" y1="51207" x2="20905" y2="51207"/>
                        <a14:foregroundMark x1="21336" y1="51897" x2="21336" y2="51897"/>
                        <a14:foregroundMark x1="23060" y1="52241" x2="23060" y2="52241"/>
                        <a14:foregroundMark x1="5927" y1="47069" x2="5927" y2="47069"/>
                        <a14:foregroundMark x1="2371" y1="44138" x2="2371" y2="44138"/>
                        <a14:foregroundMark x1="22414" y1="62069" x2="22414" y2="62069"/>
                        <a14:foregroundMark x1="99030" y1="43966" x2="99030" y2="43966"/>
                        <a14:foregroundMark x1="48922" y1="8276" x2="48922" y2="8276"/>
                        <a14:backgroundMark x1="47629" y1="23448" x2="47629" y2="23448"/>
                        <a14:backgroundMark x1="51724" y1="22759" x2="51724" y2="22759"/>
                        <a14:backgroundMark x1="50862" y1="19310" x2="50862" y2="19310"/>
                        <a14:backgroundMark x1="54634" y1="22759" x2="54634" y2="22759"/>
                        <a14:backgroundMark x1="53879" y1="13448" x2="53879" y2="13448"/>
                        <a14:backgroundMark x1="55388" y1="14655" x2="55388" y2="14655"/>
                        <a14:backgroundMark x1="52478" y1="13793" x2="52478" y2="13793"/>
                        <a14:backgroundMark x1="50862" y1="12931" x2="50862" y2="12931"/>
                        <a14:backgroundMark x1="51185" y1="10000" x2="51185" y2="10000"/>
                        <a14:backgroundMark x1="49246" y1="8966" x2="49246" y2="89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64566" y="1379604"/>
            <a:ext cx="3814865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80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rgbClr val="23236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139312" y="357485"/>
              <a:ext cx="4865434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300" dirty="0">
                  <a:ln w="0"/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pture it" panose="02000500000000000000" pitchFamily="2" charset="0"/>
                </a:rPr>
                <a:t>COMPANY HQ</a:t>
              </a:r>
              <a:endParaRPr lang="en-US" sz="5400" cap="none" spc="30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1324158" y="3977748"/>
              <a:ext cx="6495689" cy="707886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 Coy / 2</a:t>
              </a:r>
              <a:r>
                <a:rPr lang="en-US" sz="4000" spc="300" baseline="30000" dirty="0">
                  <a:ln w="0"/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nd</a:t>
              </a:r>
              <a:r>
                <a:rPr lang="en-US" sz="4000" spc="300" dirty="0">
                  <a:ln w="0"/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Bn / 2 PARA</a:t>
              </a:r>
              <a:endParaRPr lang="en-US" sz="4000" cap="none" spc="300" dirty="0">
                <a:ln w="0"/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7" name="Picture 6" descr="A picture containing table, console table&#10;&#10;Description automatically generated">
            <a:extLst>
              <a:ext uri="{FF2B5EF4-FFF2-40B4-BE49-F238E27FC236}">
                <a16:creationId xmlns:a16="http://schemas.microsoft.com/office/drawing/2014/main" id="{754F6F8C-71C6-4A4E-ABA5-703488CAB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97" b="95345" l="2371" r="99030">
                        <a14:foregroundMark x1="46336" y1="7759" x2="46336" y2="7759"/>
                        <a14:foregroundMark x1="46983" y1="4828" x2="46983" y2="4828"/>
                        <a14:foregroundMark x1="46983" y1="1897" x2="46983" y2="1897"/>
                        <a14:foregroundMark x1="64763" y1="46379" x2="64763" y2="46379"/>
                        <a14:foregroundMark x1="95366" y1="47931" x2="95366" y2="47931"/>
                        <a14:foregroundMark x1="39116" y1="67931" x2="39116" y2="67931"/>
                        <a14:foregroundMark x1="50970" y1="95517" x2="50970" y2="95517"/>
                        <a14:foregroundMark x1="20905" y1="51207" x2="20905" y2="51207"/>
                        <a14:foregroundMark x1="21336" y1="51897" x2="21336" y2="51897"/>
                        <a14:foregroundMark x1="23060" y1="52241" x2="23060" y2="52241"/>
                        <a14:foregroundMark x1="5927" y1="47069" x2="5927" y2="47069"/>
                        <a14:foregroundMark x1="2371" y1="44138" x2="2371" y2="44138"/>
                        <a14:foregroundMark x1="22414" y1="62069" x2="22414" y2="62069"/>
                        <a14:foregroundMark x1="99030" y1="43966" x2="99030" y2="43966"/>
                        <a14:foregroundMark x1="48922" y1="8276" x2="48922" y2="8276"/>
                        <a14:backgroundMark x1="47629" y1="23448" x2="47629" y2="23448"/>
                        <a14:backgroundMark x1="51724" y1="22759" x2="51724" y2="22759"/>
                        <a14:backgroundMark x1="50862" y1="19310" x2="50862" y2="19310"/>
                        <a14:backgroundMark x1="54634" y1="22759" x2="54634" y2="22759"/>
                        <a14:backgroundMark x1="53879" y1="13448" x2="53879" y2="13448"/>
                        <a14:backgroundMark x1="55388" y1="14655" x2="55388" y2="14655"/>
                        <a14:backgroundMark x1="52478" y1="13793" x2="52478" y2="13793"/>
                        <a14:backgroundMark x1="50862" y1="12931" x2="50862" y2="12931"/>
                        <a14:backgroundMark x1="51185" y1="10000" x2="51185" y2="10000"/>
                        <a14:backgroundMark x1="49246" y1="8966" x2="49246" y2="89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64566" y="1379604"/>
            <a:ext cx="3814865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60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rgbClr val="23236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595625" y="357485"/>
              <a:ext cx="7952819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300" dirty="0">
                  <a:ln w="0"/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pture it" panose="02000500000000000000" pitchFamily="2" charset="0"/>
                </a:rPr>
                <a:t>1 PLATOON BARRACKS</a:t>
              </a:r>
              <a:endParaRPr lang="en-US" sz="5400" cap="none" spc="30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1324158" y="3977748"/>
              <a:ext cx="6495689" cy="707886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 Coy / 2</a:t>
              </a:r>
              <a:r>
                <a:rPr lang="en-US" sz="4000" spc="300" baseline="30000" dirty="0">
                  <a:ln w="0"/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nd</a:t>
              </a:r>
              <a:r>
                <a:rPr lang="en-US" sz="4000" spc="300" dirty="0">
                  <a:ln w="0"/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Bn / 2 PARA</a:t>
              </a:r>
              <a:endParaRPr lang="en-US" sz="4000" cap="none" spc="300" dirty="0">
                <a:ln w="0"/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7" name="Picture 6" descr="A picture containing table, console table&#10;&#10;Description automatically generated">
            <a:extLst>
              <a:ext uri="{FF2B5EF4-FFF2-40B4-BE49-F238E27FC236}">
                <a16:creationId xmlns:a16="http://schemas.microsoft.com/office/drawing/2014/main" id="{26EE01FF-6674-482E-9114-424F61A10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97" b="95345" l="2371" r="99030">
                        <a14:foregroundMark x1="46336" y1="7759" x2="46336" y2="7759"/>
                        <a14:foregroundMark x1="46983" y1="4828" x2="46983" y2="4828"/>
                        <a14:foregroundMark x1="46983" y1="1897" x2="46983" y2="1897"/>
                        <a14:foregroundMark x1="64763" y1="46379" x2="64763" y2="46379"/>
                        <a14:foregroundMark x1="95366" y1="47931" x2="95366" y2="47931"/>
                        <a14:foregroundMark x1="39116" y1="67931" x2="39116" y2="67931"/>
                        <a14:foregroundMark x1="50970" y1="95517" x2="50970" y2="95517"/>
                        <a14:foregroundMark x1="20905" y1="51207" x2="20905" y2="51207"/>
                        <a14:foregroundMark x1="21336" y1="51897" x2="21336" y2="51897"/>
                        <a14:foregroundMark x1="23060" y1="52241" x2="23060" y2="52241"/>
                        <a14:foregroundMark x1="5927" y1="47069" x2="5927" y2="47069"/>
                        <a14:foregroundMark x1="2371" y1="44138" x2="2371" y2="44138"/>
                        <a14:foregroundMark x1="22414" y1="62069" x2="22414" y2="62069"/>
                        <a14:foregroundMark x1="99030" y1="43966" x2="99030" y2="43966"/>
                        <a14:foregroundMark x1="48922" y1="8276" x2="48922" y2="8276"/>
                        <a14:backgroundMark x1="47629" y1="23448" x2="47629" y2="23448"/>
                        <a14:backgroundMark x1="51724" y1="22759" x2="51724" y2="22759"/>
                        <a14:backgroundMark x1="50862" y1="19310" x2="50862" y2="19310"/>
                        <a14:backgroundMark x1="54634" y1="22759" x2="54634" y2="22759"/>
                        <a14:backgroundMark x1="53879" y1="13448" x2="53879" y2="13448"/>
                        <a14:backgroundMark x1="55388" y1="14655" x2="55388" y2="14655"/>
                        <a14:backgroundMark x1="52478" y1="13793" x2="52478" y2="13793"/>
                        <a14:backgroundMark x1="50862" y1="12931" x2="50862" y2="12931"/>
                        <a14:backgroundMark x1="51185" y1="10000" x2="51185" y2="10000"/>
                        <a14:backgroundMark x1="49246" y1="8966" x2="49246" y2="89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64566" y="1379604"/>
            <a:ext cx="3814865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90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rgbClr val="23236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595625" y="357485"/>
              <a:ext cx="7952819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300" dirty="0">
                  <a:ln w="0"/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pture it" panose="02000500000000000000" pitchFamily="2" charset="0"/>
                </a:rPr>
                <a:t>2 PLATOON BARRACKS</a:t>
              </a:r>
              <a:endParaRPr lang="en-US" sz="5400" cap="none" spc="30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1324158" y="3977748"/>
              <a:ext cx="6495689" cy="707886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 Coy / 2</a:t>
              </a:r>
              <a:r>
                <a:rPr lang="en-US" sz="4000" spc="300" baseline="30000" dirty="0">
                  <a:ln w="0"/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nd</a:t>
              </a:r>
              <a:r>
                <a:rPr lang="en-US" sz="4000" spc="300" dirty="0">
                  <a:ln w="0"/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Bn / 2 PARA</a:t>
              </a:r>
              <a:endParaRPr lang="en-US" sz="4000" cap="none" spc="300" dirty="0">
                <a:ln w="0"/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7" name="Picture 6" descr="A picture containing table, console table&#10;&#10;Description automatically generated">
            <a:extLst>
              <a:ext uri="{FF2B5EF4-FFF2-40B4-BE49-F238E27FC236}">
                <a16:creationId xmlns:a16="http://schemas.microsoft.com/office/drawing/2014/main" id="{13D1B50D-1FAD-4602-A6FA-6C068EA52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97" b="95345" l="2371" r="99030">
                        <a14:foregroundMark x1="46336" y1="7759" x2="46336" y2="7759"/>
                        <a14:foregroundMark x1="46983" y1="4828" x2="46983" y2="4828"/>
                        <a14:foregroundMark x1="46983" y1="1897" x2="46983" y2="1897"/>
                        <a14:foregroundMark x1="64763" y1="46379" x2="64763" y2="46379"/>
                        <a14:foregroundMark x1="95366" y1="47931" x2="95366" y2="47931"/>
                        <a14:foregroundMark x1="39116" y1="67931" x2="39116" y2="67931"/>
                        <a14:foregroundMark x1="50970" y1="95517" x2="50970" y2="95517"/>
                        <a14:foregroundMark x1="20905" y1="51207" x2="20905" y2="51207"/>
                        <a14:foregroundMark x1="21336" y1="51897" x2="21336" y2="51897"/>
                        <a14:foregroundMark x1="23060" y1="52241" x2="23060" y2="52241"/>
                        <a14:foregroundMark x1="5927" y1="47069" x2="5927" y2="47069"/>
                        <a14:foregroundMark x1="2371" y1="44138" x2="2371" y2="44138"/>
                        <a14:foregroundMark x1="22414" y1="62069" x2="22414" y2="62069"/>
                        <a14:foregroundMark x1="99030" y1="43966" x2="99030" y2="43966"/>
                        <a14:foregroundMark x1="48922" y1="8276" x2="48922" y2="8276"/>
                        <a14:backgroundMark x1="47629" y1="23448" x2="47629" y2="23448"/>
                        <a14:backgroundMark x1="51724" y1="22759" x2="51724" y2="22759"/>
                        <a14:backgroundMark x1="50862" y1="19310" x2="50862" y2="19310"/>
                        <a14:backgroundMark x1="54634" y1="22759" x2="54634" y2="22759"/>
                        <a14:backgroundMark x1="53879" y1="13448" x2="53879" y2="13448"/>
                        <a14:backgroundMark x1="55388" y1="14655" x2="55388" y2="14655"/>
                        <a14:backgroundMark x1="52478" y1="13793" x2="52478" y2="13793"/>
                        <a14:backgroundMark x1="50862" y1="12931" x2="50862" y2="12931"/>
                        <a14:backgroundMark x1="51185" y1="10000" x2="51185" y2="10000"/>
                        <a14:backgroundMark x1="49246" y1="8966" x2="49246" y2="89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64566" y="1379604"/>
            <a:ext cx="3814865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290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2323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439608" y="357485"/>
              <a:ext cx="626485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300" dirty="0">
                  <a:ln w="0"/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pture it" panose="02000500000000000000" pitchFamily="2" charset="0"/>
                </a:rPr>
                <a:t>D COY BARRACKS</a:t>
              </a:r>
              <a:endParaRPr lang="en-US" sz="5400" cap="none" spc="30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339663" y="3977748"/>
              <a:ext cx="4464685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 COY / 2 PARA</a:t>
              </a:r>
              <a:endParaRPr lang="en-US" sz="4000" cap="none" spc="300" dirty="0">
                <a:ln w="0"/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5667" r="97000">
                        <a14:foregroundMark x1="93333" y1="28667" x2="93333" y2="28667"/>
                        <a14:foregroundMark x1="97000" y1="28000" x2="97000" y2="28000"/>
                        <a14:foregroundMark x1="5667" y1="68000" x2="5667" y2="68000"/>
                        <a14:foregroundMark x1="63667" y1="37667" x2="63667" y2="37667"/>
                        <a14:foregroundMark x1="64667" y1="37000" x2="64667" y2="37000"/>
                        <a14:backgroundMark x1="55667" y1="50667" x2="55667" y2="50667"/>
                        <a14:backgroundMark x1="56333" y1="50000" x2="56333" y2="50000"/>
                        <a14:backgroundMark x1="55333" y1="47333" x2="55333" y2="47333"/>
                        <a14:backgroundMark x1="56667" y1="47000" x2="56667" y2="47000"/>
                        <a14:backgroundMark x1="70333" y1="34667" x2="70333" y2="34667"/>
                        <a14:backgroundMark x1="74000" y1="39333" x2="74000" y2="39333"/>
                        <a14:backgroundMark x1="63333" y1="50000" x2="63333" y2="50000"/>
                        <a14:backgroundMark x1="97667" y1="28000" x2="97667" y2="28000"/>
                        <a14:backgroundMark x1="64000" y1="37667" x2="64000" y2="37667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3379854" y="1379604"/>
            <a:ext cx="2384291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27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rgbClr val="23236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700371" y="357485"/>
              <a:ext cx="3743333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300" dirty="0">
                  <a:ln w="0"/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pture it" panose="02000500000000000000" pitchFamily="2" charset="0"/>
                </a:rPr>
                <a:t>J3 LOUNGE</a:t>
              </a:r>
              <a:endParaRPr lang="en-US" sz="5400" cap="none" spc="30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638620" y="3977748"/>
              <a:ext cx="3866764" cy="707886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 ISR/ 2 PARA</a:t>
              </a:r>
              <a:endParaRPr lang="en-US" sz="4000" cap="none" spc="300" dirty="0">
                <a:ln w="0"/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242212A-182C-4200-9F0C-4ABE28F42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67" b="94667" l="4147" r="96083">
                        <a14:foregroundMark x1="46774" y1="8000" x2="46774" y2="8000"/>
                        <a14:foregroundMark x1="7143" y1="43333" x2="7143" y2="43333"/>
                        <a14:foregroundMark x1="51613" y1="92444" x2="51613" y2="92444"/>
                        <a14:foregroundMark x1="58525" y1="94667" x2="58525" y2="94667"/>
                        <a14:foregroundMark x1="93548" y1="49111" x2="93548" y2="49111"/>
                        <a14:foregroundMark x1="96083" y1="49778" x2="96083" y2="49778"/>
                        <a14:foregroundMark x1="49770" y1="4667" x2="49770" y2="4667"/>
                        <a14:foregroundMark x1="4147" y1="55556" x2="4147" y2="55556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422242" y="1379604"/>
            <a:ext cx="2299516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40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rgbClr val="A5A7A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482891" y="357485"/>
              <a:ext cx="6178294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300" dirty="0">
                  <a:ln w="0"/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pture it" panose="02000500000000000000" pitchFamily="2" charset="0"/>
                </a:rPr>
                <a:t>MEDICAL CENTRE</a:t>
              </a:r>
              <a:endParaRPr lang="en-US" sz="5400" cap="none" spc="3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044708" y="3977748"/>
              <a:ext cx="5054590" cy="707886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16 CSMR / 2 PARA</a:t>
              </a:r>
              <a:endParaRPr lang="en-US" sz="4000" cap="none" spc="300" dirty="0">
                <a:ln w="0"/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79854" y="1379604"/>
            <a:ext cx="2384291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84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rgbClr val="A5A7A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073317" y="567035"/>
              <a:ext cx="6997428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Vehicle servicing</a:t>
              </a:r>
              <a:endParaRPr lang="en-US" sz="54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74954" y="1863097"/>
            <a:ext cx="2794091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64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rgbClr val="A5A7A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809365" y="567035"/>
              <a:ext cx="3525324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Armoury</a:t>
              </a:r>
              <a:endParaRPr lang="en-US" sz="54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74954" y="1863097"/>
            <a:ext cx="2794091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25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rgbClr val="A5A7A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336204" y="567035"/>
              <a:ext cx="6471643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Vehicle Request</a:t>
              </a:r>
              <a:endParaRPr lang="en-US" sz="54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74954" y="1863097"/>
            <a:ext cx="2794091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0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991034" y="357485"/>
              <a:ext cx="516199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Air Servicing</a:t>
              </a:r>
              <a:endParaRPr lang="en-US" sz="54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3149180" y="3977748"/>
              <a:ext cx="2845652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JHC / RAF</a:t>
              </a:r>
              <a:endParaRPr lang="en-US" sz="4000" cap="none" spc="300" dirty="0">
                <a:ln w="0"/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87187" y="1280815"/>
            <a:ext cx="2386121" cy="23861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258A1B-5255-4BE7-A496-CD1B98ECE7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0694" y="1704235"/>
            <a:ext cx="1735030" cy="173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2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3238166" y="357485"/>
              <a:ext cx="266771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Hotel</a:t>
              </a:r>
              <a:endParaRPr lang="en-US" sz="5400" cap="none" spc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896161" y="3977748"/>
              <a:ext cx="7351693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Joint Helicopter Command</a:t>
              </a:r>
              <a:endParaRPr lang="en-US" sz="4000" cap="none" spc="300" dirty="0">
                <a:ln w="0"/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78861" y="1178611"/>
            <a:ext cx="2786277" cy="278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62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896152" y="3682964"/>
              <a:ext cx="7351693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Joint Helicopter Command</a:t>
              </a:r>
              <a:endParaRPr lang="en-US" sz="4000" cap="none" spc="300" dirty="0">
                <a:ln w="0"/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78861" y="457866"/>
            <a:ext cx="2786277" cy="278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81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3238166" y="357485"/>
              <a:ext cx="266771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Hotel</a:t>
              </a:r>
              <a:endParaRPr lang="en-US" sz="5400" cap="none" spc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438247" y="3977748"/>
              <a:ext cx="4267515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Royal Air Force</a:t>
              </a:r>
              <a:endParaRPr lang="en-US" sz="4000" cap="none" spc="300" dirty="0">
                <a:ln w="0"/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38279" y="1379604"/>
            <a:ext cx="1735030" cy="2384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258A1B-5255-4BE7-A496-CD1B98ECE7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0693" y="1379603"/>
            <a:ext cx="173503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24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438247" y="3977748"/>
              <a:ext cx="4267515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Royal Air Force</a:t>
              </a:r>
              <a:endParaRPr lang="en-US" sz="4000" cap="none" spc="300" dirty="0">
                <a:ln w="0"/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38247" y="457867"/>
            <a:ext cx="1735030" cy="2384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258A1B-5255-4BE7-A496-CD1B98ECE7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70732" y="457866"/>
            <a:ext cx="173503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25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457229" y="357485"/>
              <a:ext cx="6229590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2 PARA Screen Saver</a:t>
              </a:r>
              <a:endParaRPr lang="en-US" sz="40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3069031" y="3977748"/>
              <a:ext cx="3005951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cap="none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ON STANDBY </a:t>
              </a:r>
              <a:r>
                <a:rPr lang="en-US" sz="24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. . .</a:t>
              </a:r>
              <a:endParaRPr lang="en-US" sz="24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 descr="A picture containing kitchenware, clipart&#10;&#10;Description automatically generated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97" b="93103" l="1903" r="96406">
                        <a14:foregroundMark x1="48626" y1="10000" x2="48626" y2="6897"/>
                        <a14:foregroundMark x1="35307" y1="44483" x2="35307" y2="44483"/>
                        <a14:foregroundMark x1="31924" y1="44483" x2="31924" y2="44483"/>
                        <a14:foregroundMark x1="12896" y1="46552" x2="12896" y2="46552"/>
                        <a14:foregroundMark x1="15645" y1="47931" x2="27696" y2="60345"/>
                        <a14:foregroundMark x1="34461" y1="63448" x2="41649" y2="68966"/>
                        <a14:foregroundMark x1="41649" y1="68966" x2="41649" y2="68966"/>
                        <a14:foregroundMark x1="42283" y1="72414" x2="44609" y2="74138"/>
                        <a14:foregroundMark x1="55180" y1="75172" x2="60042" y2="72414"/>
                        <a14:foregroundMark x1="58351" y1="71379" x2="81395" y2="48966"/>
                        <a14:foregroundMark x1="83510" y1="48276" x2="87738" y2="47241"/>
                        <a14:foregroundMark x1="92812" y1="46207" x2="92812" y2="46207"/>
                        <a14:foregroundMark x1="96617" y1="44138" x2="96617" y2="44138"/>
                        <a14:foregroundMark x1="69556" y1="44138" x2="69556" y2="44138"/>
                        <a14:foregroundMark x1="56871" y1="45172" x2="56871" y2="45172"/>
                        <a14:foregroundMark x1="5708" y1="46207" x2="5708" y2="46207"/>
                        <a14:foregroundMark x1="1903" y1="43793" x2="1903" y2="43793"/>
                        <a14:foregroundMark x1="49471" y1="93103" x2="49471" y2="93103"/>
                        <a14:foregroundMark x1="52431" y1="7241" x2="52431" y2="72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570" y="1379604"/>
            <a:ext cx="388886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00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841949" y="357485"/>
              <a:ext cx="5460149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Atc Screen Saver</a:t>
              </a:r>
              <a:endParaRPr lang="en-US" sz="40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3069031" y="3977748"/>
              <a:ext cx="3005951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cap="none" spc="300" dirty="0">
                  <a:ln w="0"/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pture it" panose="02000500000000000000" pitchFamily="2" charset="0"/>
                </a:rPr>
                <a:t>ON STANDBY </a:t>
              </a:r>
              <a:r>
                <a:rPr lang="en-US" sz="2400" spc="300" dirty="0">
                  <a:ln w="0"/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pture it" panose="02000500000000000000" pitchFamily="2" charset="0"/>
                </a:rPr>
                <a:t>. . .</a:t>
              </a:r>
              <a:endParaRPr lang="en-US" sz="2400" cap="none" spc="3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86562" y="1317843"/>
            <a:ext cx="5570876" cy="244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93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128885"/>
            <a:ext cx="9144000" cy="4700786"/>
            <a:chOff x="0" y="128885"/>
            <a:chExt cx="9144000" cy="47007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631688" y="128885"/>
              <a:ext cx="788068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LONG RANGE CHANNELS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235C17D-5935-4682-B3AC-1A25CD6A2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146482"/>
              </p:ext>
            </p:extLst>
          </p:nvPr>
        </p:nvGraphicFramePr>
        <p:xfrm>
          <a:off x="1524000" y="971550"/>
          <a:ext cx="6096000" cy="3708400"/>
        </p:xfrm>
        <a:graphic>
          <a:graphicData uri="http://schemas.openxmlformats.org/drawingml/2006/table">
            <a:tbl>
              <a:tblPr firstRow="1" bandRow="1">
                <a:tableStyleId>{6E03EE9D-F1F6-4B1F-B436-7ED4D5EC1324}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34154779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01959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CHANNEL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COMPANY 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203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CHANNEL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1</a:t>
                      </a:r>
                      <a:r>
                        <a:rPr lang="en-GB" sz="1800" i="1" baseline="300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st</a:t>
                      </a:r>
                      <a:r>
                        <a:rPr lang="en-GB" sz="1800" i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PLATOON 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93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CHANNEL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2</a:t>
                      </a:r>
                      <a:r>
                        <a:rPr lang="en-GB" sz="1800" i="1" baseline="300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nd</a:t>
                      </a:r>
                      <a:r>
                        <a:rPr lang="en-GB" sz="1800" i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PLATOON 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127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CHANNEL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ZEUS 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40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CHANNEL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FIRES 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07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CHANNEL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ATC (AIR) 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096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CHANNEL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EMERGENCY 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41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CHANNEL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FLUID ALPHA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03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CHANNEL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FLUID BRAVO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823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CHANNEL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FLUID CHARLIE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168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501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086138" y="357485"/>
              <a:ext cx="6971781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0" spc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BRUNEVAL HALL</a:t>
              </a:r>
              <a:endParaRPr lang="en-US" sz="6000" cap="none" spc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99937" y="1991151"/>
            <a:ext cx="1973371" cy="16839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9584C9-4134-401A-A547-C8E39B2A45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0694" y="1991151"/>
            <a:ext cx="1679357" cy="167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9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rgbClr val="A5A7A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333008" y="262235"/>
              <a:ext cx="6478056" cy="1323439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80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RAF KINTYRE</a:t>
              </a:r>
              <a:endParaRPr lang="en-US" sz="80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9EF217E-7978-4835-8DD2-B9EFD634B9B3}"/>
              </a:ext>
            </a:extLst>
          </p:cNvPr>
          <p:cNvSpPr/>
          <p:nvPr/>
        </p:nvSpPr>
        <p:spPr>
          <a:xfrm>
            <a:off x="1066078" y="1646092"/>
            <a:ext cx="7011856" cy="1938992"/>
          </a:xfrm>
          <a:prstGeom prst="rect">
            <a:avLst/>
          </a:prstGeom>
          <a:solidFill>
            <a:srgbClr val="A5A7A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spc="3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HEAVY WEAPONS</a:t>
            </a:r>
          </a:p>
          <a:p>
            <a:pPr algn="ctr"/>
            <a:r>
              <a:rPr lang="en-US" sz="6000" cap="none" spc="3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RANG</a:t>
            </a:r>
            <a:r>
              <a:rPr lang="en-US" sz="6000" spc="3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E</a:t>
            </a:r>
            <a:endParaRPr lang="en-US" sz="6000" cap="none" spc="3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A815FA-3F3F-4B8B-BAD7-1E23465811FF}"/>
              </a:ext>
            </a:extLst>
          </p:cNvPr>
          <p:cNvSpPr/>
          <p:nvPr/>
        </p:nvSpPr>
        <p:spPr>
          <a:xfrm>
            <a:off x="832036" y="3739525"/>
            <a:ext cx="7479933" cy="923330"/>
          </a:xfrm>
          <a:prstGeom prst="rect">
            <a:avLst/>
          </a:prstGeom>
          <a:solidFill>
            <a:srgbClr val="A5A7A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spc="3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CHECKPOINT AHEAD</a:t>
            </a:r>
          </a:p>
        </p:txBody>
      </p:sp>
    </p:spTree>
    <p:extLst>
      <p:ext uri="{BB962C8B-B14F-4D97-AF65-F5344CB8AC3E}">
        <p14:creationId xmlns:p14="http://schemas.microsoft.com/office/powerpoint/2010/main" val="3764739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rgbClr val="A5A7A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333008" y="262235"/>
              <a:ext cx="6478056" cy="1323439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80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RAF KINTYRE</a:t>
              </a:r>
              <a:endParaRPr lang="en-US" sz="80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9EF217E-7978-4835-8DD2-B9EFD634B9B3}"/>
              </a:ext>
            </a:extLst>
          </p:cNvPr>
          <p:cNvSpPr/>
          <p:nvPr/>
        </p:nvSpPr>
        <p:spPr>
          <a:xfrm>
            <a:off x="2818957" y="2238176"/>
            <a:ext cx="3506088" cy="2369880"/>
          </a:xfrm>
          <a:prstGeom prst="rect">
            <a:avLst/>
          </a:prstGeom>
          <a:solidFill>
            <a:srgbClr val="A5A7A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spc="3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FIBUA</a:t>
            </a:r>
            <a:endParaRPr lang="en-US" sz="6000" spc="3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US" sz="6000" cap="none" spc="3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RANG</a:t>
            </a:r>
            <a:r>
              <a:rPr lang="en-US" sz="6000" spc="3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E</a:t>
            </a:r>
            <a:endParaRPr lang="en-US" sz="6000" cap="none" spc="3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963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83193"/>
            <a:ext cx="9144000" cy="4577113"/>
            <a:chOff x="0" y="283193"/>
            <a:chExt cx="9144000" cy="4577113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83193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537436" y="357485"/>
              <a:ext cx="6069290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cap="none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NATO BARRACKS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513594" y="3977748"/>
              <a:ext cx="4116833" cy="707886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cap="none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ISDAF AIRBASE</a:t>
              </a:r>
            </a:p>
          </p:txBody>
        </p:sp>
      </p:grp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0A76103D-8179-48C4-B925-0F8F5D01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299" y="1780750"/>
            <a:ext cx="1606091" cy="158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8B63AD-4485-4059-9784-54577AE6DB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678" t="13962" r="14155" b="12285"/>
          <a:stretch/>
        </p:blipFill>
        <p:spPr>
          <a:xfrm>
            <a:off x="4869612" y="1780751"/>
            <a:ext cx="1617954" cy="158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80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246762" y="1243832"/>
              <a:ext cx="4650633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IED EXAMPLES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955210" y="2976339"/>
              <a:ext cx="3233579" cy="707886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cap="none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ISAF / NATO</a:t>
              </a:r>
            </a:p>
          </p:txBody>
        </p:sp>
      </p:grp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0A76103D-8179-48C4-B925-0F8F5D01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847" y="2116430"/>
            <a:ext cx="862301" cy="8493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8B63AD-4485-4059-9784-54577AE6DB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678" t="13962" r="14155" b="12285"/>
          <a:stretch/>
        </p:blipFill>
        <p:spPr>
          <a:xfrm>
            <a:off x="6353854" y="2167162"/>
            <a:ext cx="868671" cy="84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69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668317" y="357485"/>
              <a:ext cx="3807454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Isdaf Airbase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3486614" y="3977748"/>
              <a:ext cx="2170787" cy="707886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cap="none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ISAF HQ</a:t>
              </a:r>
            </a:p>
          </p:txBody>
        </p:sp>
      </p:grp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0A76103D-8179-48C4-B925-0F8F5D01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299" y="1780750"/>
            <a:ext cx="1606091" cy="158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8B63AD-4485-4059-9784-54577AE6DB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678" t="13962" r="14155" b="12285"/>
          <a:stretch/>
        </p:blipFill>
        <p:spPr>
          <a:xfrm>
            <a:off x="4869612" y="1780751"/>
            <a:ext cx="1617954" cy="158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4292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14241</TotalTime>
  <Words>193</Words>
  <Application>Microsoft Office PowerPoint</Application>
  <PresentationFormat>On-screen Show (16:9)</PresentationFormat>
  <Paragraphs>71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Capture it</vt:lpstr>
      <vt:lpstr>Segoe UI</vt:lpstr>
      <vt:lpstr>Segoe UI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 Eagle</dc:creator>
  <cp:lastModifiedBy>C Eagle</cp:lastModifiedBy>
  <cp:revision>75</cp:revision>
  <dcterms:modified xsi:type="dcterms:W3CDTF">2021-03-23T20:46:58Z</dcterms:modified>
</cp:coreProperties>
</file>